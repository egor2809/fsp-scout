
<file path=[Content_Types].xml><?xml version="1.0" encoding="utf-8"?>
<Types xmlns="http://schemas.openxmlformats.org/package/2006/content-types"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handoutMasters/handoutMaster1.xml" ContentType="application/vnd.openxmlformats-officedocument.presentationml.handoutMaster+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12.xml" ContentType="application/vnd.openxmlformats-officedocument.presentationml.slideLayout+xml"/>
  <Override PartName="/ppt/slideLayouts/slideLayout13.xml" ContentType="application/vnd.openxmlformats-officedocument.presentationml.slideLayout+xml"/>
  <Override PartName="/ppt/slideLayouts/slideLayout14.xml" ContentType="application/vnd.openxmlformats-officedocument.presentationml.slideLayout+xml"/>
  <Override PartName="/ppt/slideLayouts/slideLayout15.xml" ContentType="application/vnd.openxmlformats-officedocument.presentationml.slideLayout+xml"/>
  <Override PartName="/ppt/slideLayouts/slideLayout16.xml" ContentType="application/vnd.openxmlformats-officedocument.presentationml.slideLayout+xml"/>
  <Override PartName="/ppt/slideLayouts/slideLayout17.xml" ContentType="application/vnd.openxmlformats-officedocument.presentationml.slideLayout+xml"/>
  <Override PartName="/ppt/slideLayouts/slideLayout18.xml" ContentType="application/vnd.openxmlformats-officedocument.presentationml.slideLayout+xml"/>
  <Override PartName="/ppt/slideLayouts/slideLayout19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20.xml" ContentType="application/vnd.openxmlformats-officedocument.presentationml.slideLayout+xml"/>
  <Override PartName="/ppt/slideLayouts/slideLayout21.xml" ContentType="application/vnd.openxmlformats-officedocument.presentationml.slideLayout+xml"/>
  <Override PartName="/ppt/slideLayouts/slideLayout22.xml" ContentType="application/vnd.openxmlformats-officedocument.presentationml.slideLayout+xml"/>
  <Override PartName="/ppt/slideLayouts/slideLayout23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theme/theme2.xml" ContentType="application/vnd.openxmlformats-officedocument.theme+xml"/>
  <Override PartName="/ppt/theme/theme3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60" r:id="rId1"/>
  </p:sldMasterIdLst>
  <p:notesMasterIdLst>
    <p:notesMasterId r:id="rId39"/>
  </p:notesMasterIdLst>
  <p:handoutMasterIdLst>
    <p:handoutMasterId r:id="rId40"/>
  </p:handoutMasterIdLst>
  <p:sldIdLst>
    <p:sldId id="365" r:id="rId8"/>
    <p:sldId id="366" r:id="rId9"/>
    <p:sldId id="367" r:id="rId11"/>
    <p:sldId id="368" r:id="rId12"/>
    <p:sldId id="369" r:id="rId13"/>
    <p:sldId id="370" r:id="rId14"/>
    <p:sldId id="371" r:id="rId15"/>
    <p:sldId id="372" r:id="rId16"/>
    <p:sldId id="373" r:id="rId17"/>
    <p:sldId id="362" r:id="rId10"/>
    <p:sldId id="374" r:id="rId18"/>
  </p:sldIdLst>
  <p:sldSz cx="12192000" cy="6858000"/>
  <p:notesSz cx="6858000" cy="9144000"/>
  <p:defaultTextStyle>
    <a:defPPr>
      <a:defRPr lang="ru-RU"/>
    </a:defPPr>
    <a:lvl1pPr marL="0" algn="l" defTabSz="91422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110" algn="l" defTabSz="91422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220" algn="l" defTabSz="91422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329" algn="l" defTabSz="91422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439" algn="l" defTabSz="91422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5549" algn="l" defTabSz="91422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2658" algn="l" defTabSz="91422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199765" algn="l" defTabSz="91422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6877" algn="l" defTabSz="91422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521415D9-36F7-43E2-AB2F-B90AF26B5E84}">
      <p14:sectionLst xmlns:p14="http://schemas.microsoft.com/office/powerpoint/2010/main">
        <p14:section name="Информация" id="{9FA27940-A45B-471D-96EC-3FCE80AE8A9B}">
          <p14:sldIdLst>
            <p14:sldId id="333"/>
            <p14:sldId id="326"/>
            <p14:sldId id="327"/>
            <p14:sldId id="367"/>
            <p14:sldId id="325"/>
            <p14:sldId id="355"/>
          </p14:sldIdLst>
        </p14:section>
        <p14:section name="Обязательные слайды" id="{248E5CD8-1028-4246-90C7-3263F7F286D3}">
          <p14:sldIdLst>
            <p14:sldId id="365"/>
            <p14:sldId id="366"/>
            <p14:sldId id="362"/>
            <p14:sldId id="364"/>
            <p14:sldId id="375"/>
          </p14:sldIdLst>
        </p14:section>
        <p14:section name="Шаблоны слайдов" id="{24401F80-F81B-49C3-8D55-70A14F0BF8FF}">
          <p14:sldIdLst>
            <p14:sldId id="369"/>
            <p14:sldId id="372"/>
            <p14:sldId id="373"/>
            <p14:sldId id="370"/>
            <p14:sldId id="371"/>
            <p14:sldId id="374"/>
            <p14:sldId id="260"/>
            <p14:sldId id="261"/>
            <p14:sldId id="262"/>
            <p14:sldId id="263"/>
            <p14:sldId id="266"/>
            <p14:sldId id="264"/>
            <p14:sldId id="268"/>
            <p14:sldId id="267"/>
            <p14:sldId id="269"/>
            <p14:sldId id="270"/>
            <p14:sldId id="271"/>
            <p14:sldId id="272"/>
          </p14:sldIdLst>
        </p14:section>
        <p14:section name="Материалы" id="{0F84D0DE-CEB1-417E-B269-8B3EB04B5FA6}">
          <p14:sldIdLst>
            <p14:sldId id="338"/>
            <p14:sldId id="368"/>
            <p14:sldId id="341"/>
            <p14:sldId id="342"/>
            <p14:sldId id="343"/>
            <p14:sldId id="344"/>
            <p14:sldId id="346"/>
            <p14:sldId id="357"/>
          </p14:sldIdLst>
        </p14:section>
      </p14:sectionLst>
    </p:ext>
    <p:ext uri="{EFAFB233-063F-42B5-8137-9DF3F51BA10A}">
      <p15:sldGuideLst xmlns:p15="http://schemas.microsoft.com/office/powerpoint/2012/main">
        <p15:guide id="2" pos="597" userDrawn="1">
          <p15:clr>
            <a:srgbClr val="A4A3A4"/>
          </p15:clr>
        </p15:guide>
        <p15:guide id="3" pos="3591" userDrawn="1">
          <p15:clr>
            <a:srgbClr val="A4A3A4"/>
          </p15:clr>
        </p15:guide>
        <p15:guide id="4" pos="5496" userDrawn="1">
          <p15:clr>
            <a:srgbClr val="A4A3A4"/>
          </p15:clr>
        </p15:guide>
        <p15:guide id="5" pos="4112" userDrawn="1">
          <p15:clr>
            <a:srgbClr val="A4A3A4"/>
          </p15:clr>
        </p15:guide>
        <p15:guide id="6" pos="393" userDrawn="1">
          <p15:clr>
            <a:srgbClr val="A4A3A4"/>
          </p15:clr>
        </p15:guide>
        <p15:guide id="7" orient="horz" pos="2160">
          <p15:clr>
            <a:srgbClr val="A4A3A4"/>
          </p15:clr>
        </p15:guide>
      </p15:sldGuideLst>
    </p:ext>
    <p:ext uri="{2D200454-40CA-4A62-9FC3-DE9A4176ACB9}">
      <p15:notes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>
    <p:present/>
    <p:sldAll/>
    <p:penClr>
      <a:prstClr val="red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1"/>
      </p:ext>
    </p:extLst>
  </p:showPr>
  <p:clrMru>
    <a:srgbClr val="DCCEE4"/>
    <a:srgbClr val="FFD6E3"/>
    <a:srgbClr val="FFFFFF"/>
    <a:srgbClr val="753A93"/>
    <a:srgbClr val="976BAE"/>
    <a:srgbClr val="F92571"/>
    <a:srgbClr val="8226E3"/>
    <a:srgbClr val="2D1451"/>
    <a:srgbClr val="222A35"/>
    <a:srgbClr val="55D4EE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>
  <a:tblStyle styleId="{5C22544A-7EE6-4342-B048-85BDC9FD1C3A}" styleName="Средний стиль 2 — акцент 1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1">
              <a:tint val="20000"/>
            </a:schemeClr>
          </a:solidFill>
        </a:fill>
      </a:tcStyle>
    </a:wholeTbl>
    <a:band1H>
      <a:tcStyle>
        <a:tcBdr/>
        <a:fill>
          <a:solidFill>
            <a:schemeClr val="accent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1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1"/>
          </a:solidFill>
        </a:fill>
      </a:tcStyle>
    </a:firstRow>
  </a:tblStyle>
</a:tblStyleLst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7563" autoAdjust="0"/>
    <p:restoredTop sz="95857"/>
  </p:normalViewPr>
  <p:slideViewPr>
    <p:cSldViewPr snapToGrid="0" showGuides="1">
      <p:cViewPr varScale="1">
        <p:scale>
          <a:sx n="91" d="100"/>
          <a:sy n="91" d="100"/>
        </p:scale>
        <p:origin x="200" y="632"/>
      </p:cViewPr>
      <p:guideLst>
        <p:guide pos="597"/>
        <p:guide pos="3591"/>
        <p:guide pos="5496"/>
        <p:guide pos="4112"/>
        <p:guide pos="393"/>
        <p:guide orient="horz" pos="2160"/>
      </p:guideLst>
    </p:cSldViewPr>
  </p:slideViewPr>
  <p:outlineViewPr>
    <p:cViewPr>
      <p:scale>
        <a:sx n="33" d="100"/>
        <a:sy n="33" d="100"/>
      </p:scale>
      <p:origin x="0" y="0"/>
    </p:cViewPr>
  </p:outlineViewPr>
  <p:notesTextViewPr>
    <p:cViewPr>
      <p:scale>
        <a:sx n="3" d="2"/>
        <a:sy n="3" d="2"/>
      </p:scale>
      <p:origin x="0" y="0"/>
    </p:cViewPr>
  </p:notesTextViewPr>
  <p:notesViewPr>
    <p:cSldViewPr snapToGrid="0">
      <p:cViewPr varScale="1">
        <p:scale>
          <a:sx n="86" d="100"/>
          <a:sy n="86" d="100"/>
        </p:scale>
        <p:origin x="3928" y="208"/>
      </p:cViewPr>
      <p:guideLst/>
    </p:cSldViewPr>
  </p:notesViewPr>
  <p:gridSpacing cx="72008" cy="72008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8" Type="http://schemas.openxmlformats.org/officeDocument/2006/relationships/slide" Target="slides/slide1.xml"/><Relationship Id="rId9" Type="http://schemas.openxmlformats.org/officeDocument/2006/relationships/slide" Target="slides/slide3.xml"/><Relationship Id="rId10" Type="http://schemas.openxmlformats.org/officeDocument/2006/relationships/slide" Target="slides/slide2.xml"/><Relationship Id="rId11" Type="http://schemas.openxmlformats.org/officeDocument/2006/relationships/slide" Target="slides/slide4.xml"/><Relationship Id="rId12" Type="http://schemas.openxmlformats.org/officeDocument/2006/relationships/slide" Target="slides/slide5.xml"/><Relationship Id="rId13" Type="http://schemas.openxmlformats.org/officeDocument/2006/relationships/slide" Target="slides/slide6.xml"/><Relationship Id="rId14" Type="http://schemas.openxmlformats.org/officeDocument/2006/relationships/slide" Target="slides/slide7.xml"/><Relationship Id="rId15" Type="http://schemas.openxmlformats.org/officeDocument/2006/relationships/slide" Target="slides/slide8.xml"/><Relationship Id="rId16" Type="http://schemas.openxmlformats.org/officeDocument/2006/relationships/slide" Target="slides/slide9.xml"/><Relationship Id="rId17" Type="http://schemas.openxmlformats.org/officeDocument/2006/relationships/slide" Target="slides/slide10.xml"/><Relationship Id="rId18" Type="http://schemas.openxmlformats.org/officeDocument/2006/relationships/slide" Target="slides/slide11.xml"/><Relationship Id="rId39" Type="http://schemas.openxmlformats.org/officeDocument/2006/relationships/notesMaster" Target="notesMasters/notesMaster1.xml"/><Relationship Id="rId40" Type="http://schemas.openxmlformats.org/officeDocument/2006/relationships/handoutMaster" Target="handoutMasters/handoutMaster1.xml"/><Relationship Id="rId41" Type="http://schemas.openxmlformats.org/officeDocument/2006/relationships/presProps" Target="presProps.xml"/><Relationship Id="rId42" Type="http://schemas.openxmlformats.org/officeDocument/2006/relationships/viewProps" Target="viewProps.xml"/><Relationship Id="rId43" Type="http://schemas.openxmlformats.org/officeDocument/2006/relationships/theme" Target="theme/theme1.xml"/><Relationship Id="rId44" Type="http://schemas.openxmlformats.org/officeDocument/2006/relationships/tableStyles" Target="tableStyles.xml"/></Relationships>
</file>

<file path=ppt/handoutMasters/_rels/handout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3.xml"/></Relationships>
</file>

<file path=ppt/handoutMasters/handoutMaster1.xml><?xml version="1.0" encoding="utf-8"?>
<p:handout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Верхний колонтитул 1">
            <a:extLst>
              <a:ext uri="{FF2B5EF4-FFF2-40B4-BE49-F238E27FC236}">
                <a16:creationId xmlns:a16="http://schemas.microsoft.com/office/drawing/2014/main" id="{1C361405-0046-9D03-26A4-D7ED10EA70C2}"/>
              </a:ext>
            </a:extLst>
          </p:cNvPr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ru-RU"/>
          </a:p>
        </p:txBody>
      </p:sp>
      <p:sp>
        <p:nvSpPr>
          <p:cNvPr id="3" name="Дата 2">
            <a:extLst>
              <a:ext uri="{FF2B5EF4-FFF2-40B4-BE49-F238E27FC236}">
                <a16:creationId xmlns:a16="http://schemas.microsoft.com/office/drawing/2014/main" id="{556CD2AD-A19E-4074-721F-6DBCBE680A42}"/>
              </a:ext>
            </a:extLst>
          </p:cNvPr>
          <p:cNvSpPr>
            <a:spLocks noGrp="1"/>
          </p:cNvSpPr>
          <p:nvPr>
            <p:ph type="dt" sz="quarter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C2E30D66-5BAA-C245-AD36-181B8EC875DB}" type="datetimeFigureOut">
              <a:rPr lang="ru-RU" smtClean="0"/>
              <a:t>02.10.2026</a:t>
            </a:fld>
            <a:endParaRPr lang="ru-RU"/>
          </a:p>
        </p:txBody>
      </p:sp>
      <p:sp>
        <p:nvSpPr>
          <p:cNvPr id="4" name="Нижний колонтитул 3">
            <a:extLst>
              <a:ext uri="{FF2B5EF4-FFF2-40B4-BE49-F238E27FC236}">
                <a16:creationId xmlns:a16="http://schemas.microsoft.com/office/drawing/2014/main" id="{41947EE2-63DA-C2A1-5495-30E370423A53}"/>
              </a:ext>
            </a:extLst>
          </p:cNvPr>
          <p:cNvSpPr>
            <a:spLocks noGrp="1"/>
          </p:cNvSpPr>
          <p:nvPr>
            <p:ph type="ftr" sz="quarter" idx="2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ru-RU"/>
          </a:p>
        </p:txBody>
      </p:sp>
      <p:sp>
        <p:nvSpPr>
          <p:cNvPr id="5" name="Номер слайда 4">
            <a:extLst>
              <a:ext uri="{FF2B5EF4-FFF2-40B4-BE49-F238E27FC236}">
                <a16:creationId xmlns:a16="http://schemas.microsoft.com/office/drawing/2014/main" id="{3752603B-A0BC-AAAA-B5D6-B44F54E18AB9}"/>
              </a:ext>
            </a:extLst>
          </p:cNvPr>
          <p:cNvSpPr>
            <a:spLocks noGrp="1"/>
          </p:cNvSpPr>
          <p:nvPr>
            <p:ph type="sldNum" sz="quarter" idx="3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ECD7201F-1F39-2140-9B4A-3BC1B61B40BF}" type="slidenum">
              <a:rPr lang="ru-RU" smtClean="0"/>
              <a:t>‹#›</a:t>
            </a:fld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3136628663"/>
      </p:ext>
    </p:extLst>
  </p:cSld>
  <p:clrMap bg1="lt1" tx1="dk1" bg2="lt2" tx2="dk2" accent1="accent1" accent2="accent2" accent3="accent3" accent4="accent4" accent5="accent5" accent6="accent6" hlink="hlink" folHlink="folHlink"/>
</p:handoutMaster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Верхний колонтитул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ru-RU"/>
          </a:p>
        </p:txBody>
      </p:sp>
      <p:sp>
        <p:nvSpPr>
          <p:cNvPr id="3" name="Дата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9DA401BA-3150-4FF7-8D13-C8A64268AC63}" type="datetimeFigureOut">
              <a:rPr lang="ru-RU" smtClean="0"/>
              <a:t>02.10.2026</a:t>
            </a:fld>
            <a:endParaRPr lang="ru-RU"/>
          </a:p>
        </p:txBody>
      </p:sp>
      <p:sp>
        <p:nvSpPr>
          <p:cNvPr id="4" name="Образ слайда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ru-RU"/>
          </a:p>
        </p:txBody>
      </p:sp>
      <p:sp>
        <p:nvSpPr>
          <p:cNvPr id="5" name="Заметки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ru-RU"/>
              <a:t>Образец текста</a:t>
            </a:r>
          </a:p>
          <a:p>
            <a:pPr lvl="1"/>
            <a:r>
              <a:rPr lang="ru-RU"/>
              <a:t>Второй уровень</a:t>
            </a:r>
          </a:p>
          <a:p>
            <a:pPr lvl="2"/>
            <a:r>
              <a:rPr lang="ru-RU"/>
              <a:t>Третий уровень</a:t>
            </a:r>
          </a:p>
          <a:p>
            <a:pPr lvl="3"/>
            <a:r>
              <a:rPr lang="ru-RU"/>
              <a:t>Четвертый уровень</a:t>
            </a:r>
          </a:p>
          <a:p>
            <a:pPr lvl="4"/>
            <a:r>
              <a:rPr lang="ru-RU"/>
              <a:t>Пятый уровень</a:t>
            </a:r>
          </a:p>
        </p:txBody>
      </p:sp>
      <p:sp>
        <p:nvSpPr>
          <p:cNvPr id="6" name="Нижний колонтитул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ru-RU"/>
          </a:p>
        </p:txBody>
      </p:sp>
      <p:sp>
        <p:nvSpPr>
          <p:cNvPr id="7" name="Номер слайда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3D5F3B14-7AC8-406F-A299-37D374056E4F}" type="slidenum">
              <a:rPr lang="ru-RU" smtClean="0"/>
              <a:t>‹#›</a:t>
            </a:fld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2496445313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024CF317-460F-D66A-6ACF-27061C9DF4FF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Образ слайда 1">
            <a:extLst>
              <a:ext uri="{FF2B5EF4-FFF2-40B4-BE49-F238E27FC236}">
                <a16:creationId xmlns:a16="http://schemas.microsoft.com/office/drawing/2014/main" id="{2D066F97-A6A0-B747-71F9-577306DB29D3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Заметки 2">
            <a:extLst>
              <a:ext uri="{FF2B5EF4-FFF2-40B4-BE49-F238E27FC236}">
                <a16:creationId xmlns:a16="http://schemas.microsoft.com/office/drawing/2014/main" id="{80F9F05F-4377-CED9-7FF7-AADFCC58E49E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ru-RU"/>
          </a:p>
        </p:txBody>
      </p:sp>
      <p:sp>
        <p:nvSpPr>
          <p:cNvPr id="4" name="Номер слайда 3">
            <a:extLst>
              <a:ext uri="{FF2B5EF4-FFF2-40B4-BE49-F238E27FC236}">
                <a16:creationId xmlns:a16="http://schemas.microsoft.com/office/drawing/2014/main" id="{618DC8F5-67F2-F257-7833-1FEA7A6F232B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3D5F3B14-7AC8-406F-A299-37D374056E4F}" type="slidenum">
              <a:rPr lang="ru-RU" smtClean="0"/>
              <a:t>9</a:t>
            </a:fld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2645327217"/>
      </p:ext>
    </p:extLst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.png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Титульный слайд">
    <p:bg>
      <p:bgPr>
        <a:blipFill dpi="0" rotWithShape="1">
          <a:blip r:embed="rId2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" name="Рисунок 10">
            <a:extLst>
              <a:ext uri="{FF2B5EF4-FFF2-40B4-BE49-F238E27FC236}">
                <a16:creationId xmlns:a16="http://schemas.microsoft.com/office/drawing/2014/main" id="{DB9898DE-D265-4051-B751-CA3C0058CECA}"/>
              </a:ext>
            </a:extLst>
          </p:cNvPr>
          <p:cNvSpPr>
            <a:spLocks noGrp="1"/>
          </p:cNvSpPr>
          <p:nvPr>
            <p:ph type="pic" sz="quarter" idx="10" hasCustomPrompt="1"/>
          </p:nvPr>
        </p:nvSpPr>
        <p:spPr>
          <a:xfrm>
            <a:off x="6792000" y="395288"/>
            <a:ext cx="5400000" cy="5400000"/>
          </a:xfrm>
        </p:spPr>
        <p:txBody>
          <a:bodyPr anchor="ctr" anchorCtr="0"/>
          <a:lstStyle>
            <a:lvl1pPr>
              <a:defRPr/>
            </a:lvl1pPr>
          </a:lstStyle>
          <a:p>
            <a:r>
              <a:rPr lang="ru-RU" dirty="0"/>
              <a:t>Иконка задачи</a:t>
            </a:r>
          </a:p>
        </p:txBody>
      </p:sp>
      <p:sp>
        <p:nvSpPr>
          <p:cNvPr id="2" name="Заголовок 1">
            <a:extLst>
              <a:ext uri="{FF2B5EF4-FFF2-40B4-BE49-F238E27FC236}">
                <a16:creationId xmlns:a16="http://schemas.microsoft.com/office/drawing/2014/main" id="{BDEF1F2D-30AB-40F9-9975-F952E50B7FCA}"/>
              </a:ext>
            </a:extLst>
          </p:cNvPr>
          <p:cNvSpPr>
            <a:spLocks noGrp="1"/>
          </p:cNvSpPr>
          <p:nvPr>
            <p:ph type="ctrTitle" hasCustomPrompt="1"/>
          </p:nvPr>
        </p:nvSpPr>
        <p:spPr>
          <a:xfrm>
            <a:off x="0" y="4323440"/>
            <a:ext cx="8930641" cy="827011"/>
          </a:xfrm>
          <a:noFill/>
        </p:spPr>
        <p:txBody>
          <a:bodyPr anchor="ctr" anchorCtr="0"/>
          <a:lstStyle>
            <a:lvl1pPr marL="0" indent="712788" algn="l">
              <a:defRPr sz="2800">
                <a:solidFill>
                  <a:schemeClr val="bg1">
                    <a:lumMod val="95000"/>
                  </a:schemeClr>
                </a:solidFill>
              </a:defRPr>
            </a:lvl1pPr>
          </a:lstStyle>
          <a:p>
            <a:r>
              <a:rPr lang="ru-RU" dirty="0"/>
              <a:t>НАЗВАНИЕ КОМАНДЫ</a:t>
            </a:r>
          </a:p>
        </p:txBody>
      </p:sp>
      <p:sp>
        <p:nvSpPr>
          <p:cNvPr id="42" name="Рисунок 41">
            <a:extLst>
              <a:ext uri="{FF2B5EF4-FFF2-40B4-BE49-F238E27FC236}">
                <a16:creationId xmlns:a16="http://schemas.microsoft.com/office/drawing/2014/main" id="{37DC0E9B-2679-408D-851C-F21F4ACC673A}"/>
              </a:ext>
            </a:extLst>
          </p:cNvPr>
          <p:cNvSpPr>
            <a:spLocks noGrp="1"/>
          </p:cNvSpPr>
          <p:nvPr>
            <p:ph type="pic" sz="quarter" idx="11" hasCustomPrompt="1"/>
          </p:nvPr>
        </p:nvSpPr>
        <p:spPr>
          <a:xfrm>
            <a:off x="802640" y="2911980"/>
            <a:ext cx="3386773" cy="1082589"/>
          </a:xfrm>
        </p:spPr>
        <p:txBody>
          <a:bodyPr anchor="ctr" anchorCtr="0"/>
          <a:lstStyle>
            <a:lvl1pPr>
              <a:defRPr/>
            </a:lvl1pPr>
          </a:lstStyle>
          <a:p>
            <a:r>
              <a:rPr lang="ru-RU" dirty="0"/>
              <a:t>Логотип/логотипы постановщика задачи</a:t>
            </a:r>
          </a:p>
        </p:txBody>
      </p:sp>
      <p:sp>
        <p:nvSpPr>
          <p:cNvPr id="5" name="Текст 4">
            <a:extLst>
              <a:ext uri="{FF2B5EF4-FFF2-40B4-BE49-F238E27FC236}">
                <a16:creationId xmlns:a16="http://schemas.microsoft.com/office/drawing/2014/main" id="{93F843A1-4640-4AAD-9DA4-206FA9FF2A48}"/>
              </a:ext>
            </a:extLst>
          </p:cNvPr>
          <p:cNvSpPr>
            <a:spLocks noGrp="1"/>
          </p:cNvSpPr>
          <p:nvPr>
            <p:ph type="body" sz="quarter" idx="12" hasCustomPrompt="1"/>
          </p:nvPr>
        </p:nvSpPr>
        <p:spPr>
          <a:xfrm>
            <a:off x="0" y="5149851"/>
            <a:ext cx="8930641" cy="757174"/>
          </a:xfrm>
          <a:noFill/>
        </p:spPr>
        <p:txBody>
          <a:bodyPr>
            <a:normAutofit/>
          </a:bodyPr>
          <a:lstStyle>
            <a:lvl1pPr marL="0" indent="712788">
              <a:buNone/>
              <a:defRPr sz="1800"/>
            </a:lvl1pPr>
          </a:lstStyle>
          <a:p>
            <a:r>
              <a:rPr lang="ru-RU" sz="1600" b="0" dirty="0"/>
              <a:t>Номер и название задачи</a:t>
            </a:r>
          </a:p>
        </p:txBody>
      </p:sp>
    </p:spTree>
    <p:extLst>
      <p:ext uri="{BB962C8B-B14F-4D97-AF65-F5344CB8AC3E}">
        <p14:creationId xmlns:p14="http://schemas.microsoft.com/office/powerpoint/2010/main" val="2349769428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1_Описание команды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" name="Рисунок 10">
            <a:extLst>
              <a:ext uri="{FF2B5EF4-FFF2-40B4-BE49-F238E27FC236}">
                <a16:creationId xmlns:a16="http://schemas.microsoft.com/office/drawing/2014/main" id="{DB9898DE-D265-4051-B751-CA3C0058CECA}"/>
              </a:ext>
            </a:extLst>
          </p:cNvPr>
          <p:cNvSpPr>
            <a:spLocks noGrp="1"/>
          </p:cNvSpPr>
          <p:nvPr>
            <p:ph type="pic" sz="quarter" idx="10" hasCustomPrompt="1"/>
          </p:nvPr>
        </p:nvSpPr>
        <p:spPr>
          <a:xfrm>
            <a:off x="6894095" y="1044081"/>
            <a:ext cx="4962943" cy="2221824"/>
          </a:xfrm>
        </p:spPr>
        <p:txBody>
          <a:bodyPr anchor="ctr" anchorCtr="0"/>
          <a:lstStyle>
            <a:lvl1pPr>
              <a:defRPr/>
            </a:lvl1pPr>
          </a:lstStyle>
          <a:p>
            <a:r>
              <a:rPr lang="ru-RU" dirty="0"/>
              <a:t>Фото команды</a:t>
            </a:r>
          </a:p>
        </p:txBody>
      </p:sp>
      <p:sp>
        <p:nvSpPr>
          <p:cNvPr id="2" name="Заголовок 1">
            <a:extLst>
              <a:ext uri="{FF2B5EF4-FFF2-40B4-BE49-F238E27FC236}">
                <a16:creationId xmlns:a16="http://schemas.microsoft.com/office/drawing/2014/main" id="{D1CA6654-BEE5-24C9-BC9D-BB6D2E0BEFAC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346075" y="395288"/>
            <a:ext cx="11244772" cy="376138"/>
          </a:xfrm>
          <a:prstGeom prst="rect">
            <a:avLst/>
          </a:prstGeom>
        </p:spPr>
        <p:txBody>
          <a:bodyPr vert="horz" lIns="91440" tIns="45720" rIns="91440" bIns="45720" rtlCol="0" anchor="b" anchorCtr="0">
            <a:noAutofit/>
          </a:bodyPr>
          <a:lstStyle>
            <a:lvl1pPr>
              <a:defRPr/>
            </a:lvl1pPr>
          </a:lstStyle>
          <a:p>
            <a:r>
              <a:rPr lang="ru-RU" dirty="0"/>
              <a:t>КОМАНДА «НАЗВАНИЕ»</a:t>
            </a:r>
          </a:p>
        </p:txBody>
      </p:sp>
    </p:spTree>
    <p:extLst>
      <p:ext uri="{BB962C8B-B14F-4D97-AF65-F5344CB8AC3E}">
        <p14:creationId xmlns:p14="http://schemas.microsoft.com/office/powerpoint/2010/main" val="1662950585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Команда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Дата 3">
            <a:extLst>
              <a:ext uri="{FF2B5EF4-FFF2-40B4-BE49-F238E27FC236}">
                <a16:creationId xmlns:a16="http://schemas.microsoft.com/office/drawing/2014/main" id="{916B7A0B-21BC-45FE-AFF7-52F34B6D0F83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306390" y="6356362"/>
            <a:ext cx="1047663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760">
                <a:solidFill>
                  <a:schemeClr val="bg1">
                    <a:lumMod val="95000"/>
                  </a:schemeClr>
                </a:solidFill>
              </a:defRPr>
            </a:lvl1pPr>
          </a:lstStyle>
          <a:p>
            <a:fld id="{67EB9651-F031-4963-AFE9-33BCC0E88757}" type="datetime1">
              <a:rPr lang="ru-RU" smtClean="0"/>
              <a:t>02.10.2026</a:t>
            </a:fld>
            <a:endParaRPr lang="ru-RU"/>
          </a:p>
        </p:txBody>
      </p:sp>
      <p:sp>
        <p:nvSpPr>
          <p:cNvPr id="6" name="Нижний колонтитул 4">
            <a:extLst>
              <a:ext uri="{FF2B5EF4-FFF2-40B4-BE49-F238E27FC236}">
                <a16:creationId xmlns:a16="http://schemas.microsoft.com/office/drawing/2014/main" id="{6D393D3D-D368-4E15-8F2F-7A07229A98A8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1459571" y="6356362"/>
            <a:ext cx="9574782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760">
                <a:solidFill>
                  <a:schemeClr val="bg1">
                    <a:lumMod val="95000"/>
                  </a:schemeClr>
                </a:solidFill>
              </a:defRPr>
            </a:lvl1pPr>
          </a:lstStyle>
          <a:p>
            <a:endParaRPr lang="ru-RU"/>
          </a:p>
        </p:txBody>
      </p:sp>
      <p:sp>
        <p:nvSpPr>
          <p:cNvPr id="7" name="Номер слайда 5">
            <a:extLst>
              <a:ext uri="{FF2B5EF4-FFF2-40B4-BE49-F238E27FC236}">
                <a16:creationId xmlns:a16="http://schemas.microsoft.com/office/drawing/2014/main" id="{0F5F999C-FF8F-49FD-8575-A50C0300C4F5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11413507" y="6356358"/>
            <a:ext cx="559119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bg1">
                    <a:lumMod val="95000"/>
                  </a:schemeClr>
                </a:solidFill>
              </a:defRPr>
            </a:lvl1pPr>
          </a:lstStyle>
          <a:p>
            <a:fld id="{52DCC5B9-D646-4B76-891F-6FF4E74E9CB4}" type="slidenum">
              <a:rPr lang="ru-RU" smtClean="0"/>
              <a:pPr/>
              <a:t>‹#›</a:t>
            </a:fld>
            <a:endParaRPr lang="ru-RU" dirty="0"/>
          </a:p>
        </p:txBody>
      </p:sp>
      <p:sp>
        <p:nvSpPr>
          <p:cNvPr id="45" name="Заголовок 1">
            <a:extLst>
              <a:ext uri="{FF2B5EF4-FFF2-40B4-BE49-F238E27FC236}">
                <a16:creationId xmlns:a16="http://schemas.microsoft.com/office/drawing/2014/main" id="{DD9DB7EE-83C4-47FA-86C2-BDA70A053156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346075" y="395288"/>
            <a:ext cx="11244772" cy="376138"/>
          </a:xfrm>
          <a:prstGeom prst="rect">
            <a:avLst/>
          </a:prstGeom>
        </p:spPr>
        <p:txBody>
          <a:bodyPr vert="horz" lIns="91440" tIns="45720" rIns="91440" bIns="45720" rtlCol="0" anchor="b" anchorCtr="0">
            <a:noAutofit/>
          </a:bodyPr>
          <a:lstStyle>
            <a:lvl1pPr>
              <a:defRPr/>
            </a:lvl1pPr>
          </a:lstStyle>
          <a:p>
            <a:r>
              <a:rPr lang="ru-RU" dirty="0"/>
              <a:t>КОМАНДА «НАЗВАНИЕ»</a:t>
            </a:r>
          </a:p>
        </p:txBody>
      </p:sp>
      <p:sp>
        <p:nvSpPr>
          <p:cNvPr id="47" name="Текст 35">
            <a:extLst>
              <a:ext uri="{FF2B5EF4-FFF2-40B4-BE49-F238E27FC236}">
                <a16:creationId xmlns:a16="http://schemas.microsoft.com/office/drawing/2014/main" id="{FACA3955-006D-424E-AF29-FC0EE3BE8601}"/>
              </a:ext>
            </a:extLst>
          </p:cNvPr>
          <p:cNvSpPr>
            <a:spLocks noGrp="1"/>
          </p:cNvSpPr>
          <p:nvPr>
            <p:ph type="body" sz="quarter" idx="27" hasCustomPrompt="1"/>
          </p:nvPr>
        </p:nvSpPr>
        <p:spPr>
          <a:xfrm>
            <a:off x="806323" y="4192124"/>
            <a:ext cx="1843581" cy="1576498"/>
          </a:xfrm>
          <a:prstGeom prst="rect">
            <a:avLst/>
          </a:prstGeom>
          <a:ln>
            <a:noFill/>
          </a:ln>
        </p:spPr>
        <p:txBody>
          <a:bodyPr>
            <a:normAutofit/>
          </a:bodyPr>
          <a:lstStyle>
            <a:lvl1pPr marL="144688" indent="-144688">
              <a:buClr>
                <a:schemeClr val="accent1"/>
              </a:buClr>
              <a:buFont typeface="Wingdings" pitchFamily="2" charset="2"/>
              <a:buChar char="§"/>
              <a:defRPr sz="1400"/>
            </a:lvl1pPr>
          </a:lstStyle>
          <a:p>
            <a:pPr lvl="0"/>
            <a:r>
              <a:rPr lang="ru-RU" dirty="0"/>
              <a:t>Роль в команде</a:t>
            </a:r>
          </a:p>
          <a:p>
            <a:pPr lvl="0"/>
            <a:r>
              <a:rPr lang="en-US" dirty="0"/>
              <a:t>Telegram</a:t>
            </a:r>
          </a:p>
          <a:p>
            <a:pPr lvl="0"/>
            <a:r>
              <a:rPr lang="ru-RU" dirty="0"/>
              <a:t>Номер</a:t>
            </a:r>
          </a:p>
        </p:txBody>
      </p:sp>
      <p:sp>
        <p:nvSpPr>
          <p:cNvPr id="49" name="Текст 35">
            <a:extLst>
              <a:ext uri="{FF2B5EF4-FFF2-40B4-BE49-F238E27FC236}">
                <a16:creationId xmlns:a16="http://schemas.microsoft.com/office/drawing/2014/main" id="{D134429E-1F41-4952-92F7-E1A3625ABBD9}"/>
              </a:ext>
            </a:extLst>
          </p:cNvPr>
          <p:cNvSpPr>
            <a:spLocks noGrp="1"/>
          </p:cNvSpPr>
          <p:nvPr>
            <p:ph type="body" sz="quarter" idx="33" hasCustomPrompt="1"/>
          </p:nvPr>
        </p:nvSpPr>
        <p:spPr>
          <a:xfrm>
            <a:off x="3014568" y="4192124"/>
            <a:ext cx="1843581" cy="1576498"/>
          </a:xfrm>
          <a:prstGeom prst="rect">
            <a:avLst/>
          </a:prstGeom>
          <a:ln>
            <a:noFill/>
          </a:ln>
        </p:spPr>
        <p:txBody>
          <a:bodyPr>
            <a:normAutofit/>
          </a:bodyPr>
          <a:lstStyle>
            <a:lvl1pPr marL="144688" indent="-144688">
              <a:buClr>
                <a:schemeClr val="accent1"/>
              </a:buClr>
              <a:buFont typeface="Wingdings" pitchFamily="2" charset="2"/>
              <a:buChar char="§"/>
              <a:defRPr sz="1400"/>
            </a:lvl1pPr>
          </a:lstStyle>
          <a:p>
            <a:pPr lvl="0"/>
            <a:r>
              <a:rPr lang="ru-RU" dirty="0"/>
              <a:t>Роль в команде</a:t>
            </a:r>
          </a:p>
          <a:p>
            <a:pPr lvl="0"/>
            <a:r>
              <a:rPr lang="en-US" dirty="0"/>
              <a:t>Telegram</a:t>
            </a:r>
          </a:p>
          <a:p>
            <a:pPr lvl="0"/>
            <a:r>
              <a:rPr lang="ru-RU" dirty="0"/>
              <a:t>Номер</a:t>
            </a:r>
          </a:p>
        </p:txBody>
      </p:sp>
      <p:sp>
        <p:nvSpPr>
          <p:cNvPr id="51" name="Текст 35">
            <a:extLst>
              <a:ext uri="{FF2B5EF4-FFF2-40B4-BE49-F238E27FC236}">
                <a16:creationId xmlns:a16="http://schemas.microsoft.com/office/drawing/2014/main" id="{62B71317-1166-483E-8736-3204197AE648}"/>
              </a:ext>
            </a:extLst>
          </p:cNvPr>
          <p:cNvSpPr>
            <a:spLocks noGrp="1"/>
          </p:cNvSpPr>
          <p:nvPr>
            <p:ph type="body" sz="quarter" idx="35" hasCustomPrompt="1"/>
          </p:nvPr>
        </p:nvSpPr>
        <p:spPr>
          <a:xfrm>
            <a:off x="5191192" y="4192124"/>
            <a:ext cx="1843581" cy="1576498"/>
          </a:xfrm>
          <a:prstGeom prst="rect">
            <a:avLst/>
          </a:prstGeom>
          <a:ln>
            <a:noFill/>
          </a:ln>
        </p:spPr>
        <p:txBody>
          <a:bodyPr>
            <a:normAutofit/>
          </a:bodyPr>
          <a:lstStyle>
            <a:lvl1pPr marL="144688" indent="-144688">
              <a:buClr>
                <a:schemeClr val="accent1"/>
              </a:buClr>
              <a:buFont typeface="Wingdings" pitchFamily="2" charset="2"/>
              <a:buChar char="§"/>
              <a:defRPr sz="1400"/>
            </a:lvl1pPr>
          </a:lstStyle>
          <a:p>
            <a:pPr lvl="0"/>
            <a:r>
              <a:rPr lang="ru-RU" dirty="0"/>
              <a:t>Роль в команде</a:t>
            </a:r>
          </a:p>
          <a:p>
            <a:pPr lvl="0"/>
            <a:r>
              <a:rPr lang="en-US" dirty="0"/>
              <a:t>Telegram</a:t>
            </a:r>
          </a:p>
          <a:p>
            <a:pPr lvl="0"/>
            <a:r>
              <a:rPr lang="ru-RU" dirty="0"/>
              <a:t>Номер</a:t>
            </a:r>
          </a:p>
        </p:txBody>
      </p:sp>
      <p:sp>
        <p:nvSpPr>
          <p:cNvPr id="53" name="Текст 35">
            <a:extLst>
              <a:ext uri="{FF2B5EF4-FFF2-40B4-BE49-F238E27FC236}">
                <a16:creationId xmlns:a16="http://schemas.microsoft.com/office/drawing/2014/main" id="{FE441C73-4DA4-470D-B9C8-52D6075710B5}"/>
              </a:ext>
            </a:extLst>
          </p:cNvPr>
          <p:cNvSpPr>
            <a:spLocks noGrp="1"/>
          </p:cNvSpPr>
          <p:nvPr>
            <p:ph type="body" sz="quarter" idx="37" hasCustomPrompt="1"/>
          </p:nvPr>
        </p:nvSpPr>
        <p:spPr>
          <a:xfrm>
            <a:off x="7366644" y="4192124"/>
            <a:ext cx="1843581" cy="1576498"/>
          </a:xfrm>
          <a:prstGeom prst="rect">
            <a:avLst/>
          </a:prstGeom>
          <a:ln>
            <a:noFill/>
          </a:ln>
        </p:spPr>
        <p:txBody>
          <a:bodyPr>
            <a:normAutofit/>
          </a:bodyPr>
          <a:lstStyle>
            <a:lvl1pPr marL="144688" indent="-144688">
              <a:buClr>
                <a:schemeClr val="accent1"/>
              </a:buClr>
              <a:buFont typeface="Wingdings" pitchFamily="2" charset="2"/>
              <a:buChar char="§"/>
              <a:defRPr sz="1400"/>
            </a:lvl1pPr>
          </a:lstStyle>
          <a:p>
            <a:pPr lvl="0"/>
            <a:r>
              <a:rPr lang="ru-RU" dirty="0"/>
              <a:t>Роль в команде</a:t>
            </a:r>
          </a:p>
          <a:p>
            <a:pPr lvl="0"/>
            <a:r>
              <a:rPr lang="en-US" dirty="0"/>
              <a:t>Telegram</a:t>
            </a:r>
          </a:p>
          <a:p>
            <a:pPr lvl="0"/>
            <a:r>
              <a:rPr lang="ru-RU" dirty="0"/>
              <a:t>Номер</a:t>
            </a:r>
          </a:p>
        </p:txBody>
      </p:sp>
      <p:sp>
        <p:nvSpPr>
          <p:cNvPr id="55" name="Текст 35">
            <a:extLst>
              <a:ext uri="{FF2B5EF4-FFF2-40B4-BE49-F238E27FC236}">
                <a16:creationId xmlns:a16="http://schemas.microsoft.com/office/drawing/2014/main" id="{8792BADF-06A6-41F5-BB39-A425B78E145D}"/>
              </a:ext>
            </a:extLst>
          </p:cNvPr>
          <p:cNvSpPr>
            <a:spLocks noGrp="1"/>
          </p:cNvSpPr>
          <p:nvPr>
            <p:ph type="body" sz="quarter" idx="39" hasCustomPrompt="1"/>
          </p:nvPr>
        </p:nvSpPr>
        <p:spPr>
          <a:xfrm>
            <a:off x="9542096" y="4192124"/>
            <a:ext cx="1843581" cy="1576498"/>
          </a:xfrm>
          <a:prstGeom prst="rect">
            <a:avLst/>
          </a:prstGeom>
          <a:ln>
            <a:noFill/>
          </a:ln>
        </p:spPr>
        <p:txBody>
          <a:bodyPr>
            <a:normAutofit/>
          </a:bodyPr>
          <a:lstStyle>
            <a:lvl1pPr marL="144688" indent="-144688">
              <a:buClr>
                <a:schemeClr val="accent1"/>
              </a:buClr>
              <a:buFont typeface="Wingdings" pitchFamily="2" charset="2"/>
              <a:buChar char="§"/>
              <a:defRPr sz="1400"/>
            </a:lvl1pPr>
          </a:lstStyle>
          <a:p>
            <a:pPr lvl="0"/>
            <a:r>
              <a:rPr lang="ru-RU" dirty="0"/>
              <a:t>Роль в команде</a:t>
            </a:r>
          </a:p>
          <a:p>
            <a:pPr lvl="0"/>
            <a:r>
              <a:rPr lang="en-US" dirty="0"/>
              <a:t>Telegram</a:t>
            </a:r>
          </a:p>
          <a:p>
            <a:pPr lvl="0"/>
            <a:r>
              <a:rPr lang="ru-RU" dirty="0"/>
              <a:t>Номер</a:t>
            </a:r>
          </a:p>
        </p:txBody>
      </p:sp>
    </p:spTree>
    <p:extLst>
      <p:ext uri="{BB962C8B-B14F-4D97-AF65-F5344CB8AC3E}">
        <p14:creationId xmlns:p14="http://schemas.microsoft.com/office/powerpoint/2010/main" val="2187435081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Пустой с заголовком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" name="Дата 3">
            <a:extLst>
              <a:ext uri="{FF2B5EF4-FFF2-40B4-BE49-F238E27FC236}">
                <a16:creationId xmlns:a16="http://schemas.microsoft.com/office/drawing/2014/main" id="{1BE2B7EA-895D-4C57-B021-3ADF48C59837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306390" y="6356362"/>
            <a:ext cx="1047663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760">
                <a:solidFill>
                  <a:schemeClr val="bg1">
                    <a:lumMod val="95000"/>
                  </a:schemeClr>
                </a:solidFill>
              </a:defRPr>
            </a:lvl1pPr>
          </a:lstStyle>
          <a:p>
            <a:fld id="{1021F813-DBA1-42EC-A748-A9CC16659E6B}" type="datetime1">
              <a:rPr lang="ru-RU" smtClean="0"/>
              <a:t>02.10.2026</a:t>
            </a:fld>
            <a:endParaRPr lang="ru-RU"/>
          </a:p>
        </p:txBody>
      </p:sp>
      <p:sp>
        <p:nvSpPr>
          <p:cNvPr id="10" name="Нижний колонтитул 4">
            <a:extLst>
              <a:ext uri="{FF2B5EF4-FFF2-40B4-BE49-F238E27FC236}">
                <a16:creationId xmlns:a16="http://schemas.microsoft.com/office/drawing/2014/main" id="{8A502BD2-9512-4029-B654-E898F0583F06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1459571" y="6356362"/>
            <a:ext cx="9574782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760">
                <a:solidFill>
                  <a:schemeClr val="bg1">
                    <a:lumMod val="95000"/>
                  </a:schemeClr>
                </a:solidFill>
              </a:defRPr>
            </a:lvl1pPr>
          </a:lstStyle>
          <a:p>
            <a:endParaRPr lang="ru-RU"/>
          </a:p>
        </p:txBody>
      </p:sp>
      <p:sp>
        <p:nvSpPr>
          <p:cNvPr id="11" name="Номер слайда 5">
            <a:extLst>
              <a:ext uri="{FF2B5EF4-FFF2-40B4-BE49-F238E27FC236}">
                <a16:creationId xmlns:a16="http://schemas.microsoft.com/office/drawing/2014/main" id="{E6724899-9B39-4945-8292-0304D1DFF6A6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11413507" y="6356358"/>
            <a:ext cx="559119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bg1">
                    <a:lumMod val="95000"/>
                  </a:schemeClr>
                </a:solidFill>
              </a:defRPr>
            </a:lvl1pPr>
          </a:lstStyle>
          <a:p>
            <a:fld id="{52DCC5B9-D646-4B76-891F-6FF4E74E9CB4}" type="slidenum">
              <a:rPr lang="ru-RU" smtClean="0"/>
              <a:pPr/>
              <a:t>‹#›</a:t>
            </a:fld>
            <a:endParaRPr lang="ru-RU" dirty="0"/>
          </a:p>
        </p:txBody>
      </p:sp>
    </p:spTree>
    <p:extLst>
      <p:ext uri="{BB962C8B-B14F-4D97-AF65-F5344CB8AC3E}">
        <p14:creationId xmlns:p14="http://schemas.microsoft.com/office/powerpoint/2010/main" val="1066432810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Заголовок и объект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" name="Текст 2">
            <a:extLst>
              <a:ext uri="{FF2B5EF4-FFF2-40B4-BE49-F238E27FC236}">
                <a16:creationId xmlns:a16="http://schemas.microsoft.com/office/drawing/2014/main" id="{35915C91-9468-44E0-9A6A-47C151E1C596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315392" y="1016177"/>
            <a:ext cx="11561229" cy="516079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>
            <a:lvl1pPr>
              <a:defRPr>
                <a:solidFill>
                  <a:schemeClr val="bg1">
                    <a:lumMod val="95000"/>
                  </a:schemeClr>
                </a:solidFill>
              </a:defRPr>
            </a:lvl1pPr>
            <a:lvl2pPr>
              <a:defRPr>
                <a:solidFill>
                  <a:schemeClr val="bg1">
                    <a:lumMod val="95000"/>
                  </a:schemeClr>
                </a:solidFill>
              </a:defRPr>
            </a:lvl2pPr>
            <a:lvl3pPr>
              <a:defRPr>
                <a:solidFill>
                  <a:schemeClr val="bg1">
                    <a:lumMod val="95000"/>
                  </a:schemeClr>
                </a:solidFill>
              </a:defRPr>
            </a:lvl3pPr>
            <a:lvl4pPr>
              <a:defRPr>
                <a:solidFill>
                  <a:schemeClr val="bg1">
                    <a:lumMod val="95000"/>
                  </a:schemeClr>
                </a:solidFill>
              </a:defRPr>
            </a:lvl4pPr>
            <a:lvl5pPr>
              <a:defRPr>
                <a:solidFill>
                  <a:schemeClr val="bg1">
                    <a:lumMod val="95000"/>
                  </a:schemeClr>
                </a:solidFill>
              </a:defRPr>
            </a:lvl5pPr>
          </a:lstStyle>
          <a:p>
            <a:pPr lvl="0"/>
            <a:r>
              <a:rPr lang="ru-RU" dirty="0"/>
              <a:t>Образец текста</a:t>
            </a:r>
          </a:p>
          <a:p>
            <a:pPr lvl="1"/>
            <a:r>
              <a:rPr lang="ru-RU" dirty="0"/>
              <a:t>Второй уровень</a:t>
            </a:r>
          </a:p>
          <a:p>
            <a:pPr lvl="2"/>
            <a:r>
              <a:rPr lang="ru-RU" dirty="0"/>
              <a:t>Третий уровень</a:t>
            </a:r>
          </a:p>
          <a:p>
            <a:pPr lvl="3"/>
            <a:r>
              <a:rPr lang="ru-RU" dirty="0"/>
              <a:t>Четвертый уровень</a:t>
            </a:r>
          </a:p>
          <a:p>
            <a:pPr lvl="4"/>
            <a:r>
              <a:rPr lang="ru-RU" dirty="0"/>
              <a:t>Пятый уровень</a:t>
            </a:r>
          </a:p>
        </p:txBody>
      </p:sp>
      <p:sp>
        <p:nvSpPr>
          <p:cNvPr id="21" name="Дата 3">
            <a:extLst>
              <a:ext uri="{FF2B5EF4-FFF2-40B4-BE49-F238E27FC236}">
                <a16:creationId xmlns:a16="http://schemas.microsoft.com/office/drawing/2014/main" id="{6043336A-E468-4FC7-B11B-D72F244391A9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306390" y="6356362"/>
            <a:ext cx="1047663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760">
                <a:solidFill>
                  <a:schemeClr val="bg1">
                    <a:lumMod val="95000"/>
                  </a:schemeClr>
                </a:solidFill>
              </a:defRPr>
            </a:lvl1pPr>
          </a:lstStyle>
          <a:p>
            <a:fld id="{7DE2642A-6018-4CC1-81AB-5FD8D2782D4F}" type="datetime1">
              <a:rPr lang="ru-RU" smtClean="0"/>
              <a:t>02.10.2026</a:t>
            </a:fld>
            <a:endParaRPr lang="ru-RU"/>
          </a:p>
        </p:txBody>
      </p:sp>
      <p:sp>
        <p:nvSpPr>
          <p:cNvPr id="22" name="Нижний колонтитул 4">
            <a:extLst>
              <a:ext uri="{FF2B5EF4-FFF2-40B4-BE49-F238E27FC236}">
                <a16:creationId xmlns:a16="http://schemas.microsoft.com/office/drawing/2014/main" id="{49E78A2F-D265-4D7D-BF63-75BF9ACF92A0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1459571" y="6356362"/>
            <a:ext cx="9574782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760">
                <a:solidFill>
                  <a:schemeClr val="bg1">
                    <a:lumMod val="95000"/>
                  </a:schemeClr>
                </a:solidFill>
              </a:defRPr>
            </a:lvl1pPr>
          </a:lstStyle>
          <a:p>
            <a:endParaRPr lang="ru-RU"/>
          </a:p>
        </p:txBody>
      </p:sp>
      <p:sp>
        <p:nvSpPr>
          <p:cNvPr id="23" name="Номер слайда 5">
            <a:extLst>
              <a:ext uri="{FF2B5EF4-FFF2-40B4-BE49-F238E27FC236}">
                <a16:creationId xmlns:a16="http://schemas.microsoft.com/office/drawing/2014/main" id="{25A0EB89-1F02-40E6-9D89-EAA34874BF0D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11413507" y="6356358"/>
            <a:ext cx="559119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bg1">
                    <a:lumMod val="95000"/>
                  </a:schemeClr>
                </a:solidFill>
              </a:defRPr>
            </a:lvl1pPr>
          </a:lstStyle>
          <a:p>
            <a:fld id="{52DCC5B9-D646-4B76-891F-6FF4E74E9CB4}" type="slidenum">
              <a:rPr lang="ru-RU" smtClean="0"/>
              <a:pPr/>
              <a:t>‹#›</a:t>
            </a:fld>
            <a:endParaRPr lang="ru-RU" dirty="0"/>
          </a:p>
        </p:txBody>
      </p:sp>
      <p:sp>
        <p:nvSpPr>
          <p:cNvPr id="24" name="Заголовок 1">
            <a:extLst>
              <a:ext uri="{FF2B5EF4-FFF2-40B4-BE49-F238E27FC236}">
                <a16:creationId xmlns:a16="http://schemas.microsoft.com/office/drawing/2014/main" id="{D3BCB09B-B5ED-4308-BCBC-7DB6BF7E0D1C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346075" y="421226"/>
            <a:ext cx="9862734" cy="376138"/>
          </a:xfrm>
          <a:prstGeom prst="rect">
            <a:avLst/>
          </a:prstGeom>
        </p:spPr>
        <p:txBody>
          <a:bodyPr vert="horz" lIns="91440" tIns="45720" rIns="91440" bIns="45720" rtlCol="0" anchor="b" anchorCtr="0">
            <a:noAutofit/>
          </a:bodyPr>
          <a:lstStyle>
            <a:lvl1pPr>
              <a:defRPr>
                <a:solidFill>
                  <a:schemeClr val="bg1">
                    <a:lumMod val="95000"/>
                  </a:schemeClr>
                </a:solidFill>
              </a:defRPr>
            </a:lvl1pPr>
          </a:lstStyle>
          <a:p>
            <a:r>
              <a:rPr lang="ru-RU" dirty="0"/>
              <a:t>ОБРАЗЕЦ ЗАГОЛОВКА</a:t>
            </a:r>
          </a:p>
        </p:txBody>
      </p:sp>
    </p:spTree>
    <p:extLst>
      <p:ext uri="{BB962C8B-B14F-4D97-AF65-F5344CB8AC3E}">
        <p14:creationId xmlns:p14="http://schemas.microsoft.com/office/powerpoint/2010/main" val="3246889905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Два объекта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Объект 2">
            <a:extLst>
              <a:ext uri="{FF2B5EF4-FFF2-40B4-BE49-F238E27FC236}">
                <a16:creationId xmlns:a16="http://schemas.microsoft.com/office/drawing/2014/main" id="{DE4079CB-26E5-4E7E-8375-84F474844853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315387" y="1016001"/>
            <a:ext cx="5704418" cy="5184774"/>
          </a:xfrm>
        </p:spPr>
        <p:txBody>
          <a:bodyPr/>
          <a:lstStyle/>
          <a:p>
            <a:pPr lvl="0"/>
            <a:r>
              <a:rPr lang="ru-RU"/>
              <a:t>Образец текста</a:t>
            </a:r>
          </a:p>
          <a:p>
            <a:pPr lvl="1"/>
            <a:r>
              <a:rPr lang="ru-RU"/>
              <a:t>Второй уровень</a:t>
            </a:r>
          </a:p>
          <a:p>
            <a:pPr lvl="2"/>
            <a:r>
              <a:rPr lang="ru-RU"/>
              <a:t>Третий уровень</a:t>
            </a:r>
          </a:p>
          <a:p>
            <a:pPr lvl="3"/>
            <a:r>
              <a:rPr lang="ru-RU"/>
              <a:t>Четвертый уровень</a:t>
            </a:r>
          </a:p>
          <a:p>
            <a:pPr lvl="4"/>
            <a:r>
              <a:rPr lang="ru-RU"/>
              <a:t>Пятый уровень</a:t>
            </a:r>
          </a:p>
        </p:txBody>
      </p:sp>
      <p:sp>
        <p:nvSpPr>
          <p:cNvPr id="4" name="Объект 3">
            <a:extLst>
              <a:ext uri="{FF2B5EF4-FFF2-40B4-BE49-F238E27FC236}">
                <a16:creationId xmlns:a16="http://schemas.microsoft.com/office/drawing/2014/main" id="{C0B9B70F-56BE-4BFF-9AF1-3E24439A89A7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6172206" y="1016001"/>
            <a:ext cx="5670473" cy="5184774"/>
          </a:xfrm>
        </p:spPr>
        <p:txBody>
          <a:bodyPr/>
          <a:lstStyle/>
          <a:p>
            <a:pPr lvl="0"/>
            <a:r>
              <a:rPr lang="ru-RU" dirty="0"/>
              <a:t>Образец текста</a:t>
            </a:r>
          </a:p>
          <a:p>
            <a:pPr lvl="1"/>
            <a:r>
              <a:rPr lang="ru-RU" dirty="0"/>
              <a:t>Второй уровень</a:t>
            </a:r>
          </a:p>
          <a:p>
            <a:pPr lvl="2"/>
            <a:r>
              <a:rPr lang="ru-RU" dirty="0"/>
              <a:t>Третий уровень</a:t>
            </a:r>
          </a:p>
          <a:p>
            <a:pPr lvl="3"/>
            <a:r>
              <a:rPr lang="ru-RU" dirty="0"/>
              <a:t>Четвертый уровень</a:t>
            </a:r>
          </a:p>
          <a:p>
            <a:pPr lvl="4"/>
            <a:r>
              <a:rPr lang="ru-RU" dirty="0"/>
              <a:t>Пятый уровень</a:t>
            </a:r>
          </a:p>
        </p:txBody>
      </p:sp>
      <p:sp>
        <p:nvSpPr>
          <p:cNvPr id="14" name="Дата 3">
            <a:extLst>
              <a:ext uri="{FF2B5EF4-FFF2-40B4-BE49-F238E27FC236}">
                <a16:creationId xmlns:a16="http://schemas.microsoft.com/office/drawing/2014/main" id="{A4424B46-3BA8-41B1-9808-8558C0F0E6E4}"/>
              </a:ext>
            </a:extLst>
          </p:cNvPr>
          <p:cNvSpPr>
            <a:spLocks noGrp="1"/>
          </p:cNvSpPr>
          <p:nvPr>
            <p:ph type="dt" sz="half" idx="10"/>
          </p:nvPr>
        </p:nvSpPr>
        <p:spPr>
          <a:xfrm>
            <a:off x="306390" y="6356362"/>
            <a:ext cx="1047663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760">
                <a:solidFill>
                  <a:schemeClr val="bg1">
                    <a:lumMod val="95000"/>
                  </a:schemeClr>
                </a:solidFill>
              </a:defRPr>
            </a:lvl1pPr>
          </a:lstStyle>
          <a:p>
            <a:fld id="{43014BBE-C503-4380-A869-5EE8294FE947}" type="datetime1">
              <a:rPr lang="ru-RU" smtClean="0"/>
              <a:t>02.10.2026</a:t>
            </a:fld>
            <a:endParaRPr lang="ru-RU"/>
          </a:p>
        </p:txBody>
      </p:sp>
      <p:sp>
        <p:nvSpPr>
          <p:cNvPr id="15" name="Нижний колонтитул 4">
            <a:extLst>
              <a:ext uri="{FF2B5EF4-FFF2-40B4-BE49-F238E27FC236}">
                <a16:creationId xmlns:a16="http://schemas.microsoft.com/office/drawing/2014/main" id="{4D73747B-1894-47A4-9E8B-797D1562EA76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1459571" y="6356362"/>
            <a:ext cx="9574782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760">
                <a:solidFill>
                  <a:schemeClr val="bg1">
                    <a:lumMod val="95000"/>
                  </a:schemeClr>
                </a:solidFill>
              </a:defRPr>
            </a:lvl1pPr>
          </a:lstStyle>
          <a:p>
            <a:endParaRPr lang="ru-RU"/>
          </a:p>
        </p:txBody>
      </p:sp>
      <p:sp>
        <p:nvSpPr>
          <p:cNvPr id="16" name="Номер слайда 5">
            <a:extLst>
              <a:ext uri="{FF2B5EF4-FFF2-40B4-BE49-F238E27FC236}">
                <a16:creationId xmlns:a16="http://schemas.microsoft.com/office/drawing/2014/main" id="{0C3B5973-5E99-43F7-82C6-8E450D7A9851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11413507" y="6356358"/>
            <a:ext cx="559119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bg1">
                    <a:lumMod val="95000"/>
                  </a:schemeClr>
                </a:solidFill>
              </a:defRPr>
            </a:lvl1pPr>
          </a:lstStyle>
          <a:p>
            <a:fld id="{52DCC5B9-D646-4B76-891F-6FF4E74E9CB4}" type="slidenum">
              <a:rPr lang="ru-RU" smtClean="0"/>
              <a:pPr/>
              <a:t>‹#›</a:t>
            </a:fld>
            <a:endParaRPr lang="ru-RU" dirty="0"/>
          </a:p>
        </p:txBody>
      </p:sp>
      <p:sp>
        <p:nvSpPr>
          <p:cNvPr id="17" name="Заголовок 1">
            <a:extLst>
              <a:ext uri="{FF2B5EF4-FFF2-40B4-BE49-F238E27FC236}">
                <a16:creationId xmlns:a16="http://schemas.microsoft.com/office/drawing/2014/main" id="{96698D82-4C1C-4876-84CF-285AAC9104D9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346075" y="421226"/>
            <a:ext cx="9862734" cy="376138"/>
          </a:xfrm>
          <a:prstGeom prst="rect">
            <a:avLst/>
          </a:prstGeom>
        </p:spPr>
        <p:txBody>
          <a:bodyPr vert="horz" lIns="91440" tIns="45720" rIns="91440" bIns="45720" rtlCol="0" anchor="b" anchorCtr="0">
            <a:noAutofit/>
          </a:bodyPr>
          <a:lstStyle/>
          <a:p>
            <a:r>
              <a:rPr lang="ru-RU" dirty="0"/>
              <a:t>ОБРАЗЕЦ ЗАГОЛОВКА</a:t>
            </a:r>
          </a:p>
        </p:txBody>
      </p:sp>
    </p:spTree>
    <p:extLst>
      <p:ext uri="{BB962C8B-B14F-4D97-AF65-F5344CB8AC3E}">
        <p14:creationId xmlns:p14="http://schemas.microsoft.com/office/powerpoint/2010/main" val="215869378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Сравнение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Текст 2">
            <a:extLst>
              <a:ext uri="{FF2B5EF4-FFF2-40B4-BE49-F238E27FC236}">
                <a16:creationId xmlns:a16="http://schemas.microsoft.com/office/drawing/2014/main" id="{D286EEAA-87D1-47A5-B9C0-E5BAD703F03A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315386" y="1015427"/>
            <a:ext cx="5682193" cy="365125"/>
          </a:xfrm>
        </p:spPr>
        <p:txBody>
          <a:bodyPr anchor="b">
            <a:normAutofit/>
          </a:bodyPr>
          <a:lstStyle>
            <a:lvl1pPr marL="0" indent="0">
              <a:buNone/>
              <a:defRPr sz="1400" b="1"/>
            </a:lvl1pPr>
            <a:lvl2pPr marL="289378" indent="0">
              <a:buNone/>
              <a:defRPr sz="1266" b="1"/>
            </a:lvl2pPr>
            <a:lvl3pPr marL="578755" indent="0">
              <a:buNone/>
              <a:defRPr sz="1141" b="1"/>
            </a:lvl3pPr>
            <a:lvl4pPr marL="868132" indent="0">
              <a:buNone/>
              <a:defRPr sz="1013" b="1"/>
            </a:lvl4pPr>
            <a:lvl5pPr marL="1157510" indent="0">
              <a:buNone/>
              <a:defRPr sz="1013" b="1"/>
            </a:lvl5pPr>
            <a:lvl6pPr marL="1446887" indent="0">
              <a:buNone/>
              <a:defRPr sz="1013" b="1"/>
            </a:lvl6pPr>
            <a:lvl7pPr marL="1736266" indent="0">
              <a:buNone/>
              <a:defRPr sz="1013" b="1"/>
            </a:lvl7pPr>
            <a:lvl8pPr marL="2025644" indent="0">
              <a:buNone/>
              <a:defRPr sz="1013" b="1"/>
            </a:lvl8pPr>
            <a:lvl9pPr marL="2315021" indent="0">
              <a:buNone/>
              <a:defRPr sz="1013" b="1"/>
            </a:lvl9pPr>
          </a:lstStyle>
          <a:p>
            <a:pPr lvl="0"/>
            <a:r>
              <a:rPr lang="ru-RU"/>
              <a:t>Образец текста</a:t>
            </a:r>
          </a:p>
        </p:txBody>
      </p:sp>
      <p:sp>
        <p:nvSpPr>
          <p:cNvPr id="4" name="Объект 3">
            <a:extLst>
              <a:ext uri="{FF2B5EF4-FFF2-40B4-BE49-F238E27FC236}">
                <a16:creationId xmlns:a16="http://schemas.microsoft.com/office/drawing/2014/main" id="{4A2D29F1-B583-4C98-B07B-171DC3552B42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349334" y="1598615"/>
            <a:ext cx="5648250" cy="4602160"/>
          </a:xfrm>
        </p:spPr>
        <p:txBody>
          <a:bodyPr/>
          <a:lstStyle/>
          <a:p>
            <a:pPr lvl="0"/>
            <a:r>
              <a:rPr lang="ru-RU"/>
              <a:t>Образец текста</a:t>
            </a:r>
          </a:p>
          <a:p>
            <a:pPr lvl="1"/>
            <a:r>
              <a:rPr lang="ru-RU"/>
              <a:t>Второй уровень</a:t>
            </a:r>
          </a:p>
          <a:p>
            <a:pPr lvl="2"/>
            <a:r>
              <a:rPr lang="ru-RU"/>
              <a:t>Третий уровень</a:t>
            </a:r>
          </a:p>
          <a:p>
            <a:pPr lvl="3"/>
            <a:r>
              <a:rPr lang="ru-RU"/>
              <a:t>Четвертый уровень</a:t>
            </a:r>
          </a:p>
          <a:p>
            <a:pPr lvl="4"/>
            <a:r>
              <a:rPr lang="ru-RU"/>
              <a:t>Пятый уровень</a:t>
            </a:r>
            <a:endParaRPr lang="ru-RU" dirty="0"/>
          </a:p>
        </p:txBody>
      </p:sp>
      <p:sp>
        <p:nvSpPr>
          <p:cNvPr id="5" name="Текст 4">
            <a:extLst>
              <a:ext uri="{FF2B5EF4-FFF2-40B4-BE49-F238E27FC236}">
                <a16:creationId xmlns:a16="http://schemas.microsoft.com/office/drawing/2014/main" id="{DE6D3064-465D-4982-AF9F-41FF98FCBF98}"/>
              </a:ext>
            </a:extLst>
          </p:cNvPr>
          <p:cNvSpPr>
            <a:spLocks noGrp="1"/>
          </p:cNvSpPr>
          <p:nvPr>
            <p:ph type="body" sz="quarter" idx="3"/>
          </p:nvPr>
        </p:nvSpPr>
        <p:spPr>
          <a:xfrm>
            <a:off x="6172205" y="1015427"/>
            <a:ext cx="5684841" cy="365125"/>
          </a:xfrm>
        </p:spPr>
        <p:txBody>
          <a:bodyPr anchor="b">
            <a:normAutofit/>
          </a:bodyPr>
          <a:lstStyle>
            <a:lvl1pPr marL="0" indent="0">
              <a:buNone/>
              <a:defRPr sz="1400" b="1"/>
            </a:lvl1pPr>
            <a:lvl2pPr marL="289378" indent="0">
              <a:buNone/>
              <a:defRPr sz="1266" b="1"/>
            </a:lvl2pPr>
            <a:lvl3pPr marL="578755" indent="0">
              <a:buNone/>
              <a:defRPr sz="1141" b="1"/>
            </a:lvl3pPr>
            <a:lvl4pPr marL="868132" indent="0">
              <a:buNone/>
              <a:defRPr sz="1013" b="1"/>
            </a:lvl4pPr>
            <a:lvl5pPr marL="1157510" indent="0">
              <a:buNone/>
              <a:defRPr sz="1013" b="1"/>
            </a:lvl5pPr>
            <a:lvl6pPr marL="1446887" indent="0">
              <a:buNone/>
              <a:defRPr sz="1013" b="1"/>
            </a:lvl6pPr>
            <a:lvl7pPr marL="1736266" indent="0">
              <a:buNone/>
              <a:defRPr sz="1013" b="1"/>
            </a:lvl7pPr>
            <a:lvl8pPr marL="2025644" indent="0">
              <a:buNone/>
              <a:defRPr sz="1013" b="1"/>
            </a:lvl8pPr>
            <a:lvl9pPr marL="2315021" indent="0">
              <a:buNone/>
              <a:defRPr sz="1013" b="1"/>
            </a:lvl9pPr>
          </a:lstStyle>
          <a:p>
            <a:pPr lvl="0"/>
            <a:r>
              <a:rPr lang="ru-RU"/>
              <a:t>Образец текста</a:t>
            </a:r>
          </a:p>
        </p:txBody>
      </p:sp>
      <p:sp>
        <p:nvSpPr>
          <p:cNvPr id="6" name="Объект 5">
            <a:extLst>
              <a:ext uri="{FF2B5EF4-FFF2-40B4-BE49-F238E27FC236}">
                <a16:creationId xmlns:a16="http://schemas.microsoft.com/office/drawing/2014/main" id="{960E92CA-C4D7-4946-B437-9FCD4AA3134C}"/>
              </a:ext>
            </a:extLst>
          </p:cNvPr>
          <p:cNvSpPr>
            <a:spLocks noGrp="1"/>
          </p:cNvSpPr>
          <p:nvPr>
            <p:ph sz="quarter" idx="4"/>
          </p:nvPr>
        </p:nvSpPr>
        <p:spPr>
          <a:xfrm>
            <a:off x="6172202" y="1598615"/>
            <a:ext cx="5670473" cy="4602160"/>
          </a:xfrm>
        </p:spPr>
        <p:txBody>
          <a:bodyPr/>
          <a:lstStyle/>
          <a:p>
            <a:pPr lvl="0"/>
            <a:r>
              <a:rPr lang="ru-RU"/>
              <a:t>Образец текста</a:t>
            </a:r>
          </a:p>
          <a:p>
            <a:pPr lvl="1"/>
            <a:r>
              <a:rPr lang="ru-RU"/>
              <a:t>Второй уровень</a:t>
            </a:r>
          </a:p>
          <a:p>
            <a:pPr lvl="2"/>
            <a:r>
              <a:rPr lang="ru-RU"/>
              <a:t>Третий уровень</a:t>
            </a:r>
          </a:p>
          <a:p>
            <a:pPr lvl="3"/>
            <a:r>
              <a:rPr lang="ru-RU"/>
              <a:t>Четвертый уровень</a:t>
            </a:r>
          </a:p>
          <a:p>
            <a:pPr lvl="4"/>
            <a:r>
              <a:rPr lang="ru-RU"/>
              <a:t>Пятый уровень</a:t>
            </a:r>
          </a:p>
        </p:txBody>
      </p:sp>
      <p:sp>
        <p:nvSpPr>
          <p:cNvPr id="12" name="Дата 3">
            <a:extLst>
              <a:ext uri="{FF2B5EF4-FFF2-40B4-BE49-F238E27FC236}">
                <a16:creationId xmlns:a16="http://schemas.microsoft.com/office/drawing/2014/main" id="{50BC46DB-57AA-4551-8F67-742F842E120D}"/>
              </a:ext>
            </a:extLst>
          </p:cNvPr>
          <p:cNvSpPr>
            <a:spLocks noGrp="1"/>
          </p:cNvSpPr>
          <p:nvPr>
            <p:ph type="dt" sz="half" idx="10"/>
          </p:nvPr>
        </p:nvSpPr>
        <p:spPr>
          <a:xfrm>
            <a:off x="306390" y="6356362"/>
            <a:ext cx="1047663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760">
                <a:solidFill>
                  <a:schemeClr val="bg1">
                    <a:lumMod val="95000"/>
                  </a:schemeClr>
                </a:solidFill>
              </a:defRPr>
            </a:lvl1pPr>
          </a:lstStyle>
          <a:p>
            <a:fld id="{0D568497-304A-497F-ADAE-97D3CF462C1C}" type="datetime1">
              <a:rPr lang="ru-RU" smtClean="0"/>
              <a:t>02.10.2026</a:t>
            </a:fld>
            <a:endParaRPr lang="ru-RU"/>
          </a:p>
        </p:txBody>
      </p:sp>
      <p:sp>
        <p:nvSpPr>
          <p:cNvPr id="13" name="Нижний колонтитул 4">
            <a:extLst>
              <a:ext uri="{FF2B5EF4-FFF2-40B4-BE49-F238E27FC236}">
                <a16:creationId xmlns:a16="http://schemas.microsoft.com/office/drawing/2014/main" id="{F2048DE5-D653-4BDE-8495-A22EF4A50AE4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>
          <a:xfrm>
            <a:off x="1459571" y="6356362"/>
            <a:ext cx="9574782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760">
                <a:solidFill>
                  <a:schemeClr val="bg1">
                    <a:lumMod val="95000"/>
                  </a:schemeClr>
                </a:solidFill>
              </a:defRPr>
            </a:lvl1pPr>
          </a:lstStyle>
          <a:p>
            <a:endParaRPr lang="ru-RU"/>
          </a:p>
        </p:txBody>
      </p:sp>
      <p:sp>
        <p:nvSpPr>
          <p:cNvPr id="14" name="Номер слайда 5">
            <a:extLst>
              <a:ext uri="{FF2B5EF4-FFF2-40B4-BE49-F238E27FC236}">
                <a16:creationId xmlns:a16="http://schemas.microsoft.com/office/drawing/2014/main" id="{E0E8C4D1-B7B4-4A6B-87A1-354341CD6A0F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11413507" y="6356358"/>
            <a:ext cx="559119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bg1">
                    <a:lumMod val="95000"/>
                  </a:schemeClr>
                </a:solidFill>
              </a:defRPr>
            </a:lvl1pPr>
          </a:lstStyle>
          <a:p>
            <a:fld id="{52DCC5B9-D646-4B76-891F-6FF4E74E9CB4}" type="slidenum">
              <a:rPr lang="ru-RU" smtClean="0"/>
              <a:pPr/>
              <a:t>‹#›</a:t>
            </a:fld>
            <a:endParaRPr lang="ru-RU" dirty="0"/>
          </a:p>
        </p:txBody>
      </p:sp>
      <p:sp>
        <p:nvSpPr>
          <p:cNvPr id="15" name="Заголовок 1">
            <a:extLst>
              <a:ext uri="{FF2B5EF4-FFF2-40B4-BE49-F238E27FC236}">
                <a16:creationId xmlns:a16="http://schemas.microsoft.com/office/drawing/2014/main" id="{B533CD5F-4B3E-426C-9977-6EFBE36EEA5D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349334" y="421226"/>
            <a:ext cx="9862734" cy="376138"/>
          </a:xfrm>
          <a:prstGeom prst="rect">
            <a:avLst/>
          </a:prstGeom>
        </p:spPr>
        <p:txBody>
          <a:bodyPr vert="horz" lIns="91440" tIns="45720" rIns="91440" bIns="45720" rtlCol="0" anchor="b" anchorCtr="0">
            <a:noAutofit/>
          </a:bodyPr>
          <a:lstStyle/>
          <a:p>
            <a:r>
              <a:rPr lang="ru-RU" dirty="0"/>
              <a:t>ОБРАЗЕЦ ЗАГОЛОВКА</a:t>
            </a:r>
          </a:p>
        </p:txBody>
      </p:sp>
    </p:spTree>
    <p:extLst>
      <p:ext uri="{BB962C8B-B14F-4D97-AF65-F5344CB8AC3E}">
        <p14:creationId xmlns:p14="http://schemas.microsoft.com/office/powerpoint/2010/main" val="1449471422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Пустой слайд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Дата 3">
            <a:extLst>
              <a:ext uri="{FF2B5EF4-FFF2-40B4-BE49-F238E27FC236}">
                <a16:creationId xmlns:a16="http://schemas.microsoft.com/office/drawing/2014/main" id="{916B7A0B-21BC-45FE-AFF7-52F34B6D0F83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306390" y="6356362"/>
            <a:ext cx="1047663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760">
                <a:solidFill>
                  <a:schemeClr val="bg1">
                    <a:lumMod val="95000"/>
                  </a:schemeClr>
                </a:solidFill>
              </a:defRPr>
            </a:lvl1pPr>
          </a:lstStyle>
          <a:p>
            <a:fld id="{92CB240C-04A3-49D4-83F9-87A9C6C414DC}" type="datetime1">
              <a:rPr lang="ru-RU" smtClean="0"/>
              <a:t>02.10.2026</a:t>
            </a:fld>
            <a:endParaRPr lang="ru-RU"/>
          </a:p>
        </p:txBody>
      </p:sp>
      <p:sp>
        <p:nvSpPr>
          <p:cNvPr id="6" name="Нижний колонтитул 4">
            <a:extLst>
              <a:ext uri="{FF2B5EF4-FFF2-40B4-BE49-F238E27FC236}">
                <a16:creationId xmlns:a16="http://schemas.microsoft.com/office/drawing/2014/main" id="{6D393D3D-D368-4E15-8F2F-7A07229A98A8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1459571" y="6356362"/>
            <a:ext cx="9574782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760">
                <a:solidFill>
                  <a:schemeClr val="bg1">
                    <a:lumMod val="95000"/>
                  </a:schemeClr>
                </a:solidFill>
              </a:defRPr>
            </a:lvl1pPr>
          </a:lstStyle>
          <a:p>
            <a:endParaRPr lang="ru-RU"/>
          </a:p>
        </p:txBody>
      </p:sp>
      <p:sp>
        <p:nvSpPr>
          <p:cNvPr id="7" name="Номер слайда 5">
            <a:extLst>
              <a:ext uri="{FF2B5EF4-FFF2-40B4-BE49-F238E27FC236}">
                <a16:creationId xmlns:a16="http://schemas.microsoft.com/office/drawing/2014/main" id="{0F5F999C-FF8F-49FD-8575-A50C0300C4F5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11413507" y="6356358"/>
            <a:ext cx="559119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bg1">
                    <a:lumMod val="95000"/>
                  </a:schemeClr>
                </a:solidFill>
              </a:defRPr>
            </a:lvl1pPr>
          </a:lstStyle>
          <a:p>
            <a:fld id="{52DCC5B9-D646-4B76-891F-6FF4E74E9CB4}" type="slidenum">
              <a:rPr lang="ru-RU" smtClean="0"/>
              <a:pPr/>
              <a:t>‹#›</a:t>
            </a:fld>
            <a:endParaRPr lang="ru-RU" dirty="0"/>
          </a:p>
        </p:txBody>
      </p:sp>
    </p:spTree>
    <p:extLst>
      <p:ext uri="{BB962C8B-B14F-4D97-AF65-F5344CB8AC3E}">
        <p14:creationId xmlns:p14="http://schemas.microsoft.com/office/powerpoint/2010/main" val="855138287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Объект с подписью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>
            <a:extLst>
              <a:ext uri="{FF2B5EF4-FFF2-40B4-BE49-F238E27FC236}">
                <a16:creationId xmlns:a16="http://schemas.microsoft.com/office/drawing/2014/main" id="{78799615-B88F-452A-A6CA-6793B831650C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334966" y="1015999"/>
            <a:ext cx="4437062" cy="1213417"/>
          </a:xfrm>
        </p:spPr>
        <p:txBody>
          <a:bodyPr anchor="b"/>
          <a:lstStyle>
            <a:lvl1pPr>
              <a:defRPr sz="2400"/>
            </a:lvl1pPr>
          </a:lstStyle>
          <a:p>
            <a:r>
              <a:rPr lang="ru-RU" dirty="0"/>
              <a:t>ОБРАЗЕЦ ЗАГОЛОВКА</a:t>
            </a:r>
          </a:p>
        </p:txBody>
      </p:sp>
      <p:sp>
        <p:nvSpPr>
          <p:cNvPr id="3" name="Объект 2">
            <a:extLst>
              <a:ext uri="{FF2B5EF4-FFF2-40B4-BE49-F238E27FC236}">
                <a16:creationId xmlns:a16="http://schemas.microsoft.com/office/drawing/2014/main" id="{5B30D2CC-2D7F-43FF-B9B4-355F7E464306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183194" y="1015999"/>
            <a:ext cx="6673847" cy="5049521"/>
          </a:xfrm>
        </p:spPr>
        <p:txBody>
          <a:bodyPr>
            <a:normAutofit/>
          </a:bodyPr>
          <a:lstStyle>
            <a:lvl1pPr>
              <a:defRPr sz="1773"/>
            </a:lvl1pPr>
            <a:lvl2pPr>
              <a:defRPr sz="1520"/>
            </a:lvl2pPr>
            <a:lvl3pPr>
              <a:defRPr sz="1266"/>
            </a:lvl3pPr>
            <a:lvl4pPr>
              <a:defRPr sz="1141"/>
            </a:lvl4pPr>
            <a:lvl5pPr>
              <a:defRPr sz="1141"/>
            </a:lvl5pPr>
            <a:lvl6pPr>
              <a:defRPr sz="1266"/>
            </a:lvl6pPr>
            <a:lvl7pPr>
              <a:defRPr sz="1266"/>
            </a:lvl7pPr>
            <a:lvl8pPr>
              <a:defRPr sz="1266"/>
            </a:lvl8pPr>
            <a:lvl9pPr>
              <a:defRPr sz="1266"/>
            </a:lvl9pPr>
          </a:lstStyle>
          <a:p>
            <a:pPr lvl="0"/>
            <a:r>
              <a:rPr lang="ru-RU"/>
              <a:t>Образец текста</a:t>
            </a:r>
          </a:p>
          <a:p>
            <a:pPr lvl="1"/>
            <a:r>
              <a:rPr lang="ru-RU"/>
              <a:t>Второй уровень</a:t>
            </a:r>
          </a:p>
          <a:p>
            <a:pPr lvl="2"/>
            <a:r>
              <a:rPr lang="ru-RU"/>
              <a:t>Третий уровень</a:t>
            </a:r>
          </a:p>
          <a:p>
            <a:pPr lvl="3"/>
            <a:r>
              <a:rPr lang="ru-RU"/>
              <a:t>Четвертый уровень</a:t>
            </a:r>
          </a:p>
          <a:p>
            <a:pPr lvl="4"/>
            <a:r>
              <a:rPr lang="ru-RU"/>
              <a:t>Пятый уровень</a:t>
            </a:r>
          </a:p>
        </p:txBody>
      </p:sp>
      <p:sp>
        <p:nvSpPr>
          <p:cNvPr id="4" name="Текст 3">
            <a:extLst>
              <a:ext uri="{FF2B5EF4-FFF2-40B4-BE49-F238E27FC236}">
                <a16:creationId xmlns:a16="http://schemas.microsoft.com/office/drawing/2014/main" id="{23E8D86B-609C-423A-9220-D7DC81877B7C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334966" y="2428239"/>
            <a:ext cx="4437062" cy="3637281"/>
          </a:xfrm>
        </p:spPr>
        <p:txBody>
          <a:bodyPr>
            <a:normAutofit/>
          </a:bodyPr>
          <a:lstStyle>
            <a:lvl1pPr marL="0" indent="0">
              <a:buNone/>
              <a:defRPr sz="1400"/>
            </a:lvl1pPr>
            <a:lvl2pPr marL="289378" indent="0">
              <a:buNone/>
              <a:defRPr sz="886"/>
            </a:lvl2pPr>
            <a:lvl3pPr marL="578755" indent="0">
              <a:buNone/>
              <a:defRPr sz="760"/>
            </a:lvl3pPr>
            <a:lvl4pPr marL="868132" indent="0">
              <a:buNone/>
              <a:defRPr sz="631"/>
            </a:lvl4pPr>
            <a:lvl5pPr marL="1157510" indent="0">
              <a:buNone/>
              <a:defRPr sz="631"/>
            </a:lvl5pPr>
            <a:lvl6pPr marL="1446887" indent="0">
              <a:buNone/>
              <a:defRPr sz="631"/>
            </a:lvl6pPr>
            <a:lvl7pPr marL="1736266" indent="0">
              <a:buNone/>
              <a:defRPr sz="631"/>
            </a:lvl7pPr>
            <a:lvl8pPr marL="2025644" indent="0">
              <a:buNone/>
              <a:defRPr sz="631"/>
            </a:lvl8pPr>
            <a:lvl9pPr marL="2315021" indent="0">
              <a:buNone/>
              <a:defRPr sz="631"/>
            </a:lvl9pPr>
          </a:lstStyle>
          <a:p>
            <a:pPr lvl="0"/>
            <a:r>
              <a:rPr lang="ru-RU"/>
              <a:t>Образец текста</a:t>
            </a:r>
          </a:p>
        </p:txBody>
      </p:sp>
      <p:sp>
        <p:nvSpPr>
          <p:cNvPr id="8" name="Дата 3">
            <a:extLst>
              <a:ext uri="{FF2B5EF4-FFF2-40B4-BE49-F238E27FC236}">
                <a16:creationId xmlns:a16="http://schemas.microsoft.com/office/drawing/2014/main" id="{3D3B951D-08AE-4736-8D36-4EB9974DAC44}"/>
              </a:ext>
            </a:extLst>
          </p:cNvPr>
          <p:cNvSpPr>
            <a:spLocks noGrp="1"/>
          </p:cNvSpPr>
          <p:nvPr>
            <p:ph type="dt" sz="half" idx="10"/>
          </p:nvPr>
        </p:nvSpPr>
        <p:spPr>
          <a:xfrm>
            <a:off x="306390" y="6356362"/>
            <a:ext cx="1047663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760">
                <a:solidFill>
                  <a:schemeClr val="bg1">
                    <a:lumMod val="95000"/>
                  </a:schemeClr>
                </a:solidFill>
              </a:defRPr>
            </a:lvl1pPr>
          </a:lstStyle>
          <a:p>
            <a:fld id="{DE74468B-3512-454B-AB51-7AE95604D39E}" type="datetime1">
              <a:rPr lang="ru-RU" smtClean="0"/>
              <a:t>02.10.2026</a:t>
            </a:fld>
            <a:endParaRPr lang="ru-RU"/>
          </a:p>
        </p:txBody>
      </p:sp>
      <p:sp>
        <p:nvSpPr>
          <p:cNvPr id="9" name="Нижний колонтитул 4">
            <a:extLst>
              <a:ext uri="{FF2B5EF4-FFF2-40B4-BE49-F238E27FC236}">
                <a16:creationId xmlns:a16="http://schemas.microsoft.com/office/drawing/2014/main" id="{D1D906C7-232A-4192-A02B-35F764700239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1459571" y="6356362"/>
            <a:ext cx="9574782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760">
                <a:solidFill>
                  <a:schemeClr val="bg1">
                    <a:lumMod val="95000"/>
                  </a:schemeClr>
                </a:solidFill>
              </a:defRPr>
            </a:lvl1pPr>
          </a:lstStyle>
          <a:p>
            <a:endParaRPr lang="ru-RU"/>
          </a:p>
        </p:txBody>
      </p:sp>
      <p:sp>
        <p:nvSpPr>
          <p:cNvPr id="10" name="Номер слайда 5">
            <a:extLst>
              <a:ext uri="{FF2B5EF4-FFF2-40B4-BE49-F238E27FC236}">
                <a16:creationId xmlns:a16="http://schemas.microsoft.com/office/drawing/2014/main" id="{0E0F42FE-1DE2-4412-B92B-28748FBE7FCD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11413507" y="6356358"/>
            <a:ext cx="559119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bg1">
                    <a:lumMod val="95000"/>
                  </a:schemeClr>
                </a:solidFill>
              </a:defRPr>
            </a:lvl1pPr>
          </a:lstStyle>
          <a:p>
            <a:fld id="{52DCC5B9-D646-4B76-891F-6FF4E74E9CB4}" type="slidenum">
              <a:rPr lang="ru-RU" smtClean="0"/>
              <a:pPr/>
              <a:t>‹#›</a:t>
            </a:fld>
            <a:endParaRPr lang="ru-RU" dirty="0"/>
          </a:p>
        </p:txBody>
      </p:sp>
    </p:spTree>
    <p:extLst>
      <p:ext uri="{BB962C8B-B14F-4D97-AF65-F5344CB8AC3E}">
        <p14:creationId xmlns:p14="http://schemas.microsoft.com/office/powerpoint/2010/main" val="1455850148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Рисунок с подписью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Дата 4">
            <a:extLst>
              <a:ext uri="{FF2B5EF4-FFF2-40B4-BE49-F238E27FC236}">
                <a16:creationId xmlns:a16="http://schemas.microsoft.com/office/drawing/2014/main" id="{6492DF34-242F-4712-ACC0-85E96FE0065D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ABAB2196-A440-4E25-B9FF-D0ADB01B1A15}" type="datetime1">
              <a:rPr lang="ru-RU" smtClean="0"/>
              <a:t>02.10.2026</a:t>
            </a:fld>
            <a:endParaRPr lang="ru-RU"/>
          </a:p>
        </p:txBody>
      </p:sp>
      <p:sp>
        <p:nvSpPr>
          <p:cNvPr id="6" name="Нижний колонтитул 5">
            <a:extLst>
              <a:ext uri="{FF2B5EF4-FFF2-40B4-BE49-F238E27FC236}">
                <a16:creationId xmlns:a16="http://schemas.microsoft.com/office/drawing/2014/main" id="{A5BFC209-E220-4DB1-9582-A06EDB706695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ru-RU"/>
          </a:p>
        </p:txBody>
      </p:sp>
      <p:sp>
        <p:nvSpPr>
          <p:cNvPr id="11" name="Заголовок 1">
            <a:extLst>
              <a:ext uri="{FF2B5EF4-FFF2-40B4-BE49-F238E27FC236}">
                <a16:creationId xmlns:a16="http://schemas.microsoft.com/office/drawing/2014/main" id="{F045645C-2F92-4AF1-B96A-C79DEB76E78C}"/>
              </a:ext>
            </a:extLst>
          </p:cNvPr>
          <p:cNvSpPr>
            <a:spLocks noGrp="1"/>
          </p:cNvSpPr>
          <p:nvPr>
            <p:ph type="ctrTitle" hasCustomPrompt="1"/>
          </p:nvPr>
        </p:nvSpPr>
        <p:spPr>
          <a:xfrm>
            <a:off x="802640" y="3922529"/>
            <a:ext cx="5293359" cy="1654542"/>
          </a:xfrm>
        </p:spPr>
        <p:txBody>
          <a:bodyPr anchor="ctr" anchorCtr="0"/>
          <a:lstStyle>
            <a:lvl1pPr algn="l">
              <a:defRPr sz="2800">
                <a:solidFill>
                  <a:schemeClr val="bg1">
                    <a:lumMod val="95000"/>
                  </a:schemeClr>
                </a:solidFill>
              </a:defRPr>
            </a:lvl1pPr>
          </a:lstStyle>
          <a:p>
            <a:r>
              <a:rPr lang="ru-RU" dirty="0"/>
              <a:t>ОБРАЗЕЦ ЗАГОЛОВКА</a:t>
            </a:r>
          </a:p>
        </p:txBody>
      </p:sp>
      <p:sp>
        <p:nvSpPr>
          <p:cNvPr id="18" name="Номер слайда 5">
            <a:extLst>
              <a:ext uri="{FF2B5EF4-FFF2-40B4-BE49-F238E27FC236}">
                <a16:creationId xmlns:a16="http://schemas.microsoft.com/office/drawing/2014/main" id="{424E19F6-1411-4AFE-9677-D4180DA214C9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11413507" y="6356358"/>
            <a:ext cx="559119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bg1">
                    <a:lumMod val="95000"/>
                  </a:schemeClr>
                </a:solidFill>
              </a:defRPr>
            </a:lvl1pPr>
          </a:lstStyle>
          <a:p>
            <a:fld id="{52DCC5B9-D646-4B76-891F-6FF4E74E9CB4}" type="slidenum">
              <a:rPr lang="ru-RU" smtClean="0"/>
              <a:pPr/>
              <a:t>‹#›</a:t>
            </a:fld>
            <a:endParaRPr lang="ru-RU" dirty="0"/>
          </a:p>
        </p:txBody>
      </p:sp>
    </p:spTree>
    <p:extLst>
      <p:ext uri="{BB962C8B-B14F-4D97-AF65-F5344CB8AC3E}">
        <p14:creationId xmlns:p14="http://schemas.microsoft.com/office/powerpoint/2010/main" val="140571575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Содержание_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Дата 3">
            <a:extLst>
              <a:ext uri="{FF2B5EF4-FFF2-40B4-BE49-F238E27FC236}">
                <a16:creationId xmlns:a16="http://schemas.microsoft.com/office/drawing/2014/main" id="{916B7A0B-21BC-45FE-AFF7-52F34B6D0F83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306390" y="6356362"/>
            <a:ext cx="1047663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760">
                <a:solidFill>
                  <a:schemeClr val="bg1">
                    <a:lumMod val="95000"/>
                  </a:schemeClr>
                </a:solidFill>
              </a:defRPr>
            </a:lvl1pPr>
          </a:lstStyle>
          <a:p>
            <a:fld id="{C7BAE699-64F9-49EF-B784-2DEF2B221955}" type="datetime1">
              <a:rPr lang="ru-RU" smtClean="0"/>
              <a:t>02.10.2026</a:t>
            </a:fld>
            <a:endParaRPr lang="ru-RU"/>
          </a:p>
        </p:txBody>
      </p:sp>
      <p:sp>
        <p:nvSpPr>
          <p:cNvPr id="6" name="Нижний колонтитул 4">
            <a:extLst>
              <a:ext uri="{FF2B5EF4-FFF2-40B4-BE49-F238E27FC236}">
                <a16:creationId xmlns:a16="http://schemas.microsoft.com/office/drawing/2014/main" id="{6D393D3D-D368-4E15-8F2F-7A07229A98A8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1459571" y="6356362"/>
            <a:ext cx="9574782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760">
                <a:solidFill>
                  <a:schemeClr val="bg1">
                    <a:lumMod val="95000"/>
                  </a:schemeClr>
                </a:solidFill>
              </a:defRPr>
            </a:lvl1pPr>
          </a:lstStyle>
          <a:p>
            <a:endParaRPr lang="ru-RU"/>
          </a:p>
        </p:txBody>
      </p:sp>
      <p:sp>
        <p:nvSpPr>
          <p:cNvPr id="7" name="Номер слайда 5">
            <a:extLst>
              <a:ext uri="{FF2B5EF4-FFF2-40B4-BE49-F238E27FC236}">
                <a16:creationId xmlns:a16="http://schemas.microsoft.com/office/drawing/2014/main" id="{0F5F999C-FF8F-49FD-8575-A50C0300C4F5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11413507" y="6356358"/>
            <a:ext cx="559119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bg1">
                    <a:lumMod val="95000"/>
                  </a:schemeClr>
                </a:solidFill>
              </a:defRPr>
            </a:lvl1pPr>
          </a:lstStyle>
          <a:p>
            <a:fld id="{52DCC5B9-D646-4B76-891F-6FF4E74E9CB4}" type="slidenum">
              <a:rPr lang="ru-RU" smtClean="0"/>
              <a:pPr/>
              <a:t>‹#›</a:t>
            </a:fld>
            <a:endParaRPr lang="ru-RU" dirty="0"/>
          </a:p>
        </p:txBody>
      </p:sp>
      <p:sp>
        <p:nvSpPr>
          <p:cNvPr id="11" name="Текст 6">
            <a:extLst>
              <a:ext uri="{FF2B5EF4-FFF2-40B4-BE49-F238E27FC236}">
                <a16:creationId xmlns:a16="http://schemas.microsoft.com/office/drawing/2014/main" id="{A8E19DA3-4B31-4259-B9A7-5F7A2E642854}"/>
              </a:ext>
            </a:extLst>
          </p:cNvPr>
          <p:cNvSpPr>
            <a:spLocks noGrp="1"/>
          </p:cNvSpPr>
          <p:nvPr>
            <p:ph type="body" sz="quarter" idx="37" hasCustomPrompt="1"/>
          </p:nvPr>
        </p:nvSpPr>
        <p:spPr>
          <a:xfrm>
            <a:off x="1873541" y="1222713"/>
            <a:ext cx="3866856" cy="423628"/>
          </a:xfrm>
        </p:spPr>
        <p:txBody>
          <a:bodyPr>
            <a:noAutofit/>
          </a:bodyPr>
          <a:lstStyle>
            <a:lvl1pPr marL="0" indent="0">
              <a:buNone/>
              <a:defRPr sz="1600" b="1">
                <a:solidFill>
                  <a:schemeClr val="accent2"/>
                </a:solidFill>
              </a:defRPr>
            </a:lvl1pPr>
          </a:lstStyle>
          <a:p>
            <a:pPr lvl="0"/>
            <a:r>
              <a:rPr lang="ru-RU" dirty="0"/>
              <a:t>Заголовок</a:t>
            </a:r>
          </a:p>
        </p:txBody>
      </p:sp>
      <p:sp>
        <p:nvSpPr>
          <p:cNvPr id="12" name="Текст 9">
            <a:extLst>
              <a:ext uri="{FF2B5EF4-FFF2-40B4-BE49-F238E27FC236}">
                <a16:creationId xmlns:a16="http://schemas.microsoft.com/office/drawing/2014/main" id="{42FEA996-0F55-4FCB-8FCC-C78FEA766CFA}"/>
              </a:ext>
            </a:extLst>
          </p:cNvPr>
          <p:cNvSpPr>
            <a:spLocks noGrp="1"/>
          </p:cNvSpPr>
          <p:nvPr>
            <p:ph type="body" sz="quarter" idx="38" hasCustomPrompt="1"/>
          </p:nvPr>
        </p:nvSpPr>
        <p:spPr>
          <a:xfrm>
            <a:off x="1873544" y="1790324"/>
            <a:ext cx="3866856" cy="672075"/>
          </a:xfrm>
        </p:spPr>
        <p:txBody>
          <a:bodyPr>
            <a:normAutofit/>
          </a:bodyPr>
          <a:lstStyle>
            <a:lvl2pPr>
              <a:defRPr sz="1400"/>
            </a:lvl2pPr>
          </a:lstStyle>
          <a:p>
            <a:pPr lvl="1"/>
            <a:r>
              <a:rPr lang="ru-RU" dirty="0"/>
              <a:t>Описание</a:t>
            </a:r>
          </a:p>
        </p:txBody>
      </p:sp>
      <p:sp>
        <p:nvSpPr>
          <p:cNvPr id="13" name="Текст 6">
            <a:extLst>
              <a:ext uri="{FF2B5EF4-FFF2-40B4-BE49-F238E27FC236}">
                <a16:creationId xmlns:a16="http://schemas.microsoft.com/office/drawing/2014/main" id="{C4D8DFD8-867D-4062-800E-27B73FA83BFA}"/>
              </a:ext>
            </a:extLst>
          </p:cNvPr>
          <p:cNvSpPr>
            <a:spLocks noGrp="1"/>
          </p:cNvSpPr>
          <p:nvPr>
            <p:ph type="body" sz="quarter" idx="39" hasCustomPrompt="1"/>
          </p:nvPr>
        </p:nvSpPr>
        <p:spPr>
          <a:xfrm>
            <a:off x="1854185" y="2826697"/>
            <a:ext cx="3866856" cy="403756"/>
          </a:xfrm>
        </p:spPr>
        <p:txBody>
          <a:bodyPr>
            <a:noAutofit/>
          </a:bodyPr>
          <a:lstStyle>
            <a:lvl1pPr marL="0" indent="0">
              <a:buNone/>
              <a:defRPr sz="1600" b="1">
                <a:solidFill>
                  <a:schemeClr val="accent2"/>
                </a:solidFill>
              </a:defRPr>
            </a:lvl1pPr>
          </a:lstStyle>
          <a:p>
            <a:pPr lvl="0"/>
            <a:r>
              <a:rPr lang="ru-RU" dirty="0"/>
              <a:t>Заголовок</a:t>
            </a:r>
          </a:p>
        </p:txBody>
      </p:sp>
      <p:sp>
        <p:nvSpPr>
          <p:cNvPr id="14" name="Текст 9">
            <a:extLst>
              <a:ext uri="{FF2B5EF4-FFF2-40B4-BE49-F238E27FC236}">
                <a16:creationId xmlns:a16="http://schemas.microsoft.com/office/drawing/2014/main" id="{01B4FB59-79EB-42C6-8468-505204DD843D}"/>
              </a:ext>
            </a:extLst>
          </p:cNvPr>
          <p:cNvSpPr>
            <a:spLocks noGrp="1"/>
          </p:cNvSpPr>
          <p:nvPr>
            <p:ph type="body" sz="quarter" idx="40" hasCustomPrompt="1"/>
          </p:nvPr>
        </p:nvSpPr>
        <p:spPr>
          <a:xfrm>
            <a:off x="1854185" y="3374436"/>
            <a:ext cx="3866856" cy="672075"/>
          </a:xfrm>
        </p:spPr>
        <p:txBody>
          <a:bodyPr>
            <a:normAutofit/>
          </a:bodyPr>
          <a:lstStyle>
            <a:lvl2pPr>
              <a:defRPr sz="1400"/>
            </a:lvl2pPr>
          </a:lstStyle>
          <a:p>
            <a:pPr lvl="1"/>
            <a:r>
              <a:rPr lang="ru-RU" dirty="0"/>
              <a:t>Описание</a:t>
            </a:r>
          </a:p>
        </p:txBody>
      </p:sp>
      <p:sp>
        <p:nvSpPr>
          <p:cNvPr id="15" name="Текст 6">
            <a:extLst>
              <a:ext uri="{FF2B5EF4-FFF2-40B4-BE49-F238E27FC236}">
                <a16:creationId xmlns:a16="http://schemas.microsoft.com/office/drawing/2014/main" id="{2DD2E24E-A578-41A0-8812-3CEB5EB7DE20}"/>
              </a:ext>
            </a:extLst>
          </p:cNvPr>
          <p:cNvSpPr>
            <a:spLocks noGrp="1"/>
          </p:cNvSpPr>
          <p:nvPr>
            <p:ph type="body" sz="quarter" idx="41" hasCustomPrompt="1"/>
          </p:nvPr>
        </p:nvSpPr>
        <p:spPr>
          <a:xfrm>
            <a:off x="1854185" y="4410809"/>
            <a:ext cx="3866856" cy="403913"/>
          </a:xfrm>
        </p:spPr>
        <p:txBody>
          <a:bodyPr>
            <a:noAutofit/>
          </a:bodyPr>
          <a:lstStyle>
            <a:lvl1pPr marL="0" indent="0">
              <a:buNone/>
              <a:defRPr sz="1600" b="1">
                <a:solidFill>
                  <a:schemeClr val="accent2"/>
                </a:solidFill>
              </a:defRPr>
            </a:lvl1pPr>
          </a:lstStyle>
          <a:p>
            <a:pPr lvl="0"/>
            <a:r>
              <a:rPr lang="ru-RU" dirty="0"/>
              <a:t>Заголовок</a:t>
            </a:r>
          </a:p>
        </p:txBody>
      </p:sp>
      <p:sp>
        <p:nvSpPr>
          <p:cNvPr id="16" name="Текст 9">
            <a:extLst>
              <a:ext uri="{FF2B5EF4-FFF2-40B4-BE49-F238E27FC236}">
                <a16:creationId xmlns:a16="http://schemas.microsoft.com/office/drawing/2014/main" id="{29120726-8DD9-4194-A282-2630D18F49EA}"/>
              </a:ext>
            </a:extLst>
          </p:cNvPr>
          <p:cNvSpPr>
            <a:spLocks noGrp="1"/>
          </p:cNvSpPr>
          <p:nvPr>
            <p:ph type="body" sz="quarter" idx="42" hasCustomPrompt="1"/>
          </p:nvPr>
        </p:nvSpPr>
        <p:spPr>
          <a:xfrm>
            <a:off x="1854185" y="4958548"/>
            <a:ext cx="3866856" cy="672075"/>
          </a:xfrm>
        </p:spPr>
        <p:txBody>
          <a:bodyPr>
            <a:normAutofit/>
          </a:bodyPr>
          <a:lstStyle>
            <a:lvl2pPr>
              <a:defRPr sz="1400"/>
            </a:lvl2pPr>
          </a:lstStyle>
          <a:p>
            <a:pPr lvl="1"/>
            <a:r>
              <a:rPr lang="ru-RU" dirty="0"/>
              <a:t>Описание</a:t>
            </a:r>
          </a:p>
        </p:txBody>
      </p:sp>
      <p:sp>
        <p:nvSpPr>
          <p:cNvPr id="20" name="Текст 6">
            <a:extLst>
              <a:ext uri="{FF2B5EF4-FFF2-40B4-BE49-F238E27FC236}">
                <a16:creationId xmlns:a16="http://schemas.microsoft.com/office/drawing/2014/main" id="{F30BC2DD-F35E-474E-A833-EA478E7F80B7}"/>
              </a:ext>
            </a:extLst>
          </p:cNvPr>
          <p:cNvSpPr>
            <a:spLocks noGrp="1"/>
          </p:cNvSpPr>
          <p:nvPr>
            <p:ph type="body" sz="quarter" idx="43" hasCustomPrompt="1"/>
          </p:nvPr>
        </p:nvSpPr>
        <p:spPr>
          <a:xfrm>
            <a:off x="7546648" y="1222713"/>
            <a:ext cx="3866856" cy="423628"/>
          </a:xfrm>
        </p:spPr>
        <p:txBody>
          <a:bodyPr>
            <a:noAutofit/>
          </a:bodyPr>
          <a:lstStyle>
            <a:lvl1pPr marL="0" indent="0">
              <a:buNone/>
              <a:defRPr sz="1600" b="1">
                <a:solidFill>
                  <a:schemeClr val="accent2"/>
                </a:solidFill>
              </a:defRPr>
            </a:lvl1pPr>
          </a:lstStyle>
          <a:p>
            <a:pPr lvl="0"/>
            <a:r>
              <a:rPr lang="ru-RU" dirty="0"/>
              <a:t>Заголовок</a:t>
            </a:r>
          </a:p>
        </p:txBody>
      </p:sp>
      <p:sp>
        <p:nvSpPr>
          <p:cNvPr id="21" name="Текст 9">
            <a:extLst>
              <a:ext uri="{FF2B5EF4-FFF2-40B4-BE49-F238E27FC236}">
                <a16:creationId xmlns:a16="http://schemas.microsoft.com/office/drawing/2014/main" id="{7124A073-4FEB-4F54-A9B4-6797D7B46CC3}"/>
              </a:ext>
            </a:extLst>
          </p:cNvPr>
          <p:cNvSpPr>
            <a:spLocks noGrp="1"/>
          </p:cNvSpPr>
          <p:nvPr>
            <p:ph type="body" sz="quarter" idx="44" hasCustomPrompt="1"/>
          </p:nvPr>
        </p:nvSpPr>
        <p:spPr>
          <a:xfrm>
            <a:off x="7546651" y="1790324"/>
            <a:ext cx="3866856" cy="672075"/>
          </a:xfrm>
        </p:spPr>
        <p:txBody>
          <a:bodyPr>
            <a:normAutofit/>
          </a:bodyPr>
          <a:lstStyle>
            <a:lvl2pPr>
              <a:defRPr sz="1400"/>
            </a:lvl2pPr>
          </a:lstStyle>
          <a:p>
            <a:pPr lvl="1"/>
            <a:r>
              <a:rPr lang="ru-RU" dirty="0"/>
              <a:t>Описание</a:t>
            </a:r>
          </a:p>
        </p:txBody>
      </p:sp>
      <p:sp>
        <p:nvSpPr>
          <p:cNvPr id="22" name="Текст 6">
            <a:extLst>
              <a:ext uri="{FF2B5EF4-FFF2-40B4-BE49-F238E27FC236}">
                <a16:creationId xmlns:a16="http://schemas.microsoft.com/office/drawing/2014/main" id="{17FB4F65-9ABC-4376-8283-0F33F9BB91D6}"/>
              </a:ext>
            </a:extLst>
          </p:cNvPr>
          <p:cNvSpPr>
            <a:spLocks noGrp="1"/>
          </p:cNvSpPr>
          <p:nvPr>
            <p:ph type="body" sz="quarter" idx="45" hasCustomPrompt="1"/>
          </p:nvPr>
        </p:nvSpPr>
        <p:spPr>
          <a:xfrm>
            <a:off x="7527292" y="2826697"/>
            <a:ext cx="3866856" cy="403756"/>
          </a:xfrm>
        </p:spPr>
        <p:txBody>
          <a:bodyPr>
            <a:noAutofit/>
          </a:bodyPr>
          <a:lstStyle>
            <a:lvl1pPr marL="0" indent="0">
              <a:buNone/>
              <a:defRPr sz="1600" b="1">
                <a:solidFill>
                  <a:schemeClr val="accent2"/>
                </a:solidFill>
              </a:defRPr>
            </a:lvl1pPr>
          </a:lstStyle>
          <a:p>
            <a:pPr lvl="0"/>
            <a:r>
              <a:rPr lang="ru-RU" dirty="0"/>
              <a:t>Заголовок</a:t>
            </a:r>
          </a:p>
        </p:txBody>
      </p:sp>
      <p:sp>
        <p:nvSpPr>
          <p:cNvPr id="23" name="Текст 9">
            <a:extLst>
              <a:ext uri="{FF2B5EF4-FFF2-40B4-BE49-F238E27FC236}">
                <a16:creationId xmlns:a16="http://schemas.microsoft.com/office/drawing/2014/main" id="{C2E3AAAD-E9EB-4A42-ADAF-EDA850F01ED1}"/>
              </a:ext>
            </a:extLst>
          </p:cNvPr>
          <p:cNvSpPr>
            <a:spLocks noGrp="1"/>
          </p:cNvSpPr>
          <p:nvPr>
            <p:ph type="body" sz="quarter" idx="46" hasCustomPrompt="1"/>
          </p:nvPr>
        </p:nvSpPr>
        <p:spPr>
          <a:xfrm>
            <a:off x="7527292" y="3374436"/>
            <a:ext cx="3866856" cy="672075"/>
          </a:xfrm>
        </p:spPr>
        <p:txBody>
          <a:bodyPr>
            <a:normAutofit/>
          </a:bodyPr>
          <a:lstStyle>
            <a:lvl2pPr>
              <a:defRPr sz="1400"/>
            </a:lvl2pPr>
          </a:lstStyle>
          <a:p>
            <a:pPr lvl="1"/>
            <a:r>
              <a:rPr lang="ru-RU" dirty="0"/>
              <a:t>Описание</a:t>
            </a:r>
          </a:p>
        </p:txBody>
      </p:sp>
      <p:sp>
        <p:nvSpPr>
          <p:cNvPr id="24" name="Текст 6">
            <a:extLst>
              <a:ext uri="{FF2B5EF4-FFF2-40B4-BE49-F238E27FC236}">
                <a16:creationId xmlns:a16="http://schemas.microsoft.com/office/drawing/2014/main" id="{835470A4-56EB-4A53-A875-42155372D2DA}"/>
              </a:ext>
            </a:extLst>
          </p:cNvPr>
          <p:cNvSpPr>
            <a:spLocks noGrp="1"/>
          </p:cNvSpPr>
          <p:nvPr>
            <p:ph type="body" sz="quarter" idx="47" hasCustomPrompt="1"/>
          </p:nvPr>
        </p:nvSpPr>
        <p:spPr>
          <a:xfrm>
            <a:off x="7527292" y="4410809"/>
            <a:ext cx="3866856" cy="403913"/>
          </a:xfrm>
        </p:spPr>
        <p:txBody>
          <a:bodyPr>
            <a:noAutofit/>
          </a:bodyPr>
          <a:lstStyle>
            <a:lvl1pPr marL="0" indent="0">
              <a:buNone/>
              <a:defRPr sz="1600" b="1">
                <a:solidFill>
                  <a:schemeClr val="accent2"/>
                </a:solidFill>
              </a:defRPr>
            </a:lvl1pPr>
          </a:lstStyle>
          <a:p>
            <a:pPr lvl="0"/>
            <a:r>
              <a:rPr lang="ru-RU" dirty="0"/>
              <a:t>Заголовок</a:t>
            </a:r>
          </a:p>
        </p:txBody>
      </p:sp>
      <p:sp>
        <p:nvSpPr>
          <p:cNvPr id="25" name="Текст 9">
            <a:extLst>
              <a:ext uri="{FF2B5EF4-FFF2-40B4-BE49-F238E27FC236}">
                <a16:creationId xmlns:a16="http://schemas.microsoft.com/office/drawing/2014/main" id="{ED3CC4C2-7EF9-4A4B-BDD1-B16EF36B84C3}"/>
              </a:ext>
            </a:extLst>
          </p:cNvPr>
          <p:cNvSpPr>
            <a:spLocks noGrp="1"/>
          </p:cNvSpPr>
          <p:nvPr>
            <p:ph type="body" sz="quarter" idx="48" hasCustomPrompt="1"/>
          </p:nvPr>
        </p:nvSpPr>
        <p:spPr>
          <a:xfrm>
            <a:off x="7527292" y="4958548"/>
            <a:ext cx="3866856" cy="672075"/>
          </a:xfrm>
        </p:spPr>
        <p:txBody>
          <a:bodyPr>
            <a:normAutofit/>
          </a:bodyPr>
          <a:lstStyle>
            <a:lvl2pPr>
              <a:defRPr sz="1400"/>
            </a:lvl2pPr>
          </a:lstStyle>
          <a:p>
            <a:pPr lvl="1"/>
            <a:r>
              <a:rPr lang="ru-RU" dirty="0"/>
              <a:t>Описание</a:t>
            </a:r>
          </a:p>
        </p:txBody>
      </p:sp>
      <p:sp>
        <p:nvSpPr>
          <p:cNvPr id="26" name="Заголовок 1">
            <a:extLst>
              <a:ext uri="{FF2B5EF4-FFF2-40B4-BE49-F238E27FC236}">
                <a16:creationId xmlns:a16="http://schemas.microsoft.com/office/drawing/2014/main" id="{55CB4C33-0A35-4822-B0EF-4E754699A138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346075" y="421226"/>
            <a:ext cx="9862734" cy="376138"/>
          </a:xfrm>
          <a:prstGeom prst="rect">
            <a:avLst/>
          </a:prstGeom>
        </p:spPr>
        <p:txBody>
          <a:bodyPr vert="horz" lIns="91440" tIns="45720" rIns="91440" bIns="45720" rtlCol="0" anchor="b" anchorCtr="0">
            <a:noAutofit/>
          </a:bodyPr>
          <a:lstStyle/>
          <a:p>
            <a:r>
              <a:rPr lang="ru-RU" dirty="0"/>
              <a:t>ОБРАЗЕЦ ЗАГОЛОВКА</a:t>
            </a:r>
          </a:p>
        </p:txBody>
      </p:sp>
      <p:sp>
        <p:nvSpPr>
          <p:cNvPr id="27" name="Текст 6">
            <a:extLst>
              <a:ext uri="{FF2B5EF4-FFF2-40B4-BE49-F238E27FC236}">
                <a16:creationId xmlns:a16="http://schemas.microsoft.com/office/drawing/2014/main" id="{53CEA4EC-5717-426C-A1A1-534D0A055245}"/>
              </a:ext>
            </a:extLst>
          </p:cNvPr>
          <p:cNvSpPr>
            <a:spLocks noGrp="1"/>
          </p:cNvSpPr>
          <p:nvPr>
            <p:ph type="body" sz="quarter" idx="49" hasCustomPrompt="1"/>
          </p:nvPr>
        </p:nvSpPr>
        <p:spPr>
          <a:xfrm>
            <a:off x="778493" y="1187988"/>
            <a:ext cx="771003" cy="423628"/>
          </a:xfrm>
        </p:spPr>
        <p:txBody>
          <a:bodyPr>
            <a:noAutofit/>
          </a:bodyPr>
          <a:lstStyle>
            <a:lvl1pPr marL="0" indent="0">
              <a:buNone/>
              <a:defRPr sz="2800" b="0">
                <a:solidFill>
                  <a:schemeClr val="accent2"/>
                </a:solidFill>
              </a:defRPr>
            </a:lvl1pPr>
          </a:lstStyle>
          <a:p>
            <a:pPr lvl="0"/>
            <a:r>
              <a:rPr lang="ru-RU" dirty="0"/>
              <a:t>01</a:t>
            </a:r>
          </a:p>
        </p:txBody>
      </p:sp>
      <p:sp>
        <p:nvSpPr>
          <p:cNvPr id="28" name="Текст 6">
            <a:extLst>
              <a:ext uri="{FF2B5EF4-FFF2-40B4-BE49-F238E27FC236}">
                <a16:creationId xmlns:a16="http://schemas.microsoft.com/office/drawing/2014/main" id="{ECD22E46-ECAB-4A6C-9243-E1661118B477}"/>
              </a:ext>
            </a:extLst>
          </p:cNvPr>
          <p:cNvSpPr>
            <a:spLocks noGrp="1"/>
          </p:cNvSpPr>
          <p:nvPr>
            <p:ph type="body" sz="quarter" idx="50" hasCustomPrompt="1"/>
          </p:nvPr>
        </p:nvSpPr>
        <p:spPr>
          <a:xfrm>
            <a:off x="759137" y="2791972"/>
            <a:ext cx="771003" cy="403756"/>
          </a:xfrm>
        </p:spPr>
        <p:txBody>
          <a:bodyPr>
            <a:noAutofit/>
          </a:bodyPr>
          <a:lstStyle>
            <a:lvl1pPr marL="0" indent="0">
              <a:buNone/>
              <a:defRPr sz="2800" b="0">
                <a:solidFill>
                  <a:schemeClr val="accent2"/>
                </a:solidFill>
              </a:defRPr>
            </a:lvl1pPr>
          </a:lstStyle>
          <a:p>
            <a:pPr lvl="0"/>
            <a:r>
              <a:rPr lang="ru-RU" dirty="0"/>
              <a:t>02</a:t>
            </a:r>
          </a:p>
        </p:txBody>
      </p:sp>
      <p:sp>
        <p:nvSpPr>
          <p:cNvPr id="29" name="Текст 6">
            <a:extLst>
              <a:ext uri="{FF2B5EF4-FFF2-40B4-BE49-F238E27FC236}">
                <a16:creationId xmlns:a16="http://schemas.microsoft.com/office/drawing/2014/main" id="{A3CA815C-23B0-4736-B973-0A405AFC5D08}"/>
              </a:ext>
            </a:extLst>
          </p:cNvPr>
          <p:cNvSpPr>
            <a:spLocks noGrp="1"/>
          </p:cNvSpPr>
          <p:nvPr>
            <p:ph type="body" sz="quarter" idx="51" hasCustomPrompt="1"/>
          </p:nvPr>
        </p:nvSpPr>
        <p:spPr>
          <a:xfrm>
            <a:off x="759137" y="4376084"/>
            <a:ext cx="771003" cy="403913"/>
          </a:xfrm>
        </p:spPr>
        <p:txBody>
          <a:bodyPr>
            <a:noAutofit/>
          </a:bodyPr>
          <a:lstStyle>
            <a:lvl1pPr marL="0" indent="0">
              <a:buNone/>
              <a:defRPr sz="2800" b="0">
                <a:solidFill>
                  <a:schemeClr val="accent2"/>
                </a:solidFill>
              </a:defRPr>
            </a:lvl1pPr>
          </a:lstStyle>
          <a:p>
            <a:pPr lvl="0"/>
            <a:r>
              <a:rPr lang="ru-RU" dirty="0"/>
              <a:t>03</a:t>
            </a:r>
          </a:p>
        </p:txBody>
      </p:sp>
      <p:sp>
        <p:nvSpPr>
          <p:cNvPr id="30" name="Текст 6">
            <a:extLst>
              <a:ext uri="{FF2B5EF4-FFF2-40B4-BE49-F238E27FC236}">
                <a16:creationId xmlns:a16="http://schemas.microsoft.com/office/drawing/2014/main" id="{0C64CE05-E630-4FDE-B773-3165E579B3B6}"/>
              </a:ext>
            </a:extLst>
          </p:cNvPr>
          <p:cNvSpPr>
            <a:spLocks noGrp="1"/>
          </p:cNvSpPr>
          <p:nvPr>
            <p:ph type="body" sz="quarter" idx="52" hasCustomPrompt="1"/>
          </p:nvPr>
        </p:nvSpPr>
        <p:spPr>
          <a:xfrm>
            <a:off x="6451600" y="1187988"/>
            <a:ext cx="771003" cy="423628"/>
          </a:xfrm>
        </p:spPr>
        <p:txBody>
          <a:bodyPr>
            <a:noAutofit/>
          </a:bodyPr>
          <a:lstStyle>
            <a:lvl1pPr marL="0" indent="0">
              <a:buNone/>
              <a:defRPr sz="2800" b="0">
                <a:solidFill>
                  <a:schemeClr val="accent2"/>
                </a:solidFill>
              </a:defRPr>
            </a:lvl1pPr>
          </a:lstStyle>
          <a:p>
            <a:pPr lvl="0"/>
            <a:r>
              <a:rPr lang="ru-RU" dirty="0"/>
              <a:t>04</a:t>
            </a:r>
          </a:p>
        </p:txBody>
      </p:sp>
      <p:sp>
        <p:nvSpPr>
          <p:cNvPr id="31" name="Текст 6">
            <a:extLst>
              <a:ext uri="{FF2B5EF4-FFF2-40B4-BE49-F238E27FC236}">
                <a16:creationId xmlns:a16="http://schemas.microsoft.com/office/drawing/2014/main" id="{52DBB510-86A6-45BB-B6E1-54FE5A86B490}"/>
              </a:ext>
            </a:extLst>
          </p:cNvPr>
          <p:cNvSpPr>
            <a:spLocks noGrp="1"/>
          </p:cNvSpPr>
          <p:nvPr>
            <p:ph type="body" sz="quarter" idx="53" hasCustomPrompt="1"/>
          </p:nvPr>
        </p:nvSpPr>
        <p:spPr>
          <a:xfrm>
            <a:off x="6432244" y="2791972"/>
            <a:ext cx="771003" cy="403756"/>
          </a:xfrm>
        </p:spPr>
        <p:txBody>
          <a:bodyPr>
            <a:noAutofit/>
          </a:bodyPr>
          <a:lstStyle>
            <a:lvl1pPr marL="0" indent="0">
              <a:buNone/>
              <a:defRPr sz="2800" b="0">
                <a:solidFill>
                  <a:schemeClr val="accent2"/>
                </a:solidFill>
              </a:defRPr>
            </a:lvl1pPr>
          </a:lstStyle>
          <a:p>
            <a:pPr lvl="0"/>
            <a:r>
              <a:rPr lang="ru-RU" dirty="0"/>
              <a:t>05</a:t>
            </a:r>
          </a:p>
        </p:txBody>
      </p:sp>
      <p:sp>
        <p:nvSpPr>
          <p:cNvPr id="32" name="Текст 6">
            <a:extLst>
              <a:ext uri="{FF2B5EF4-FFF2-40B4-BE49-F238E27FC236}">
                <a16:creationId xmlns:a16="http://schemas.microsoft.com/office/drawing/2014/main" id="{CA530A5B-20B1-4742-8CF2-55C8F5CC1E91}"/>
              </a:ext>
            </a:extLst>
          </p:cNvPr>
          <p:cNvSpPr>
            <a:spLocks noGrp="1"/>
          </p:cNvSpPr>
          <p:nvPr>
            <p:ph type="body" sz="quarter" idx="54" hasCustomPrompt="1"/>
          </p:nvPr>
        </p:nvSpPr>
        <p:spPr>
          <a:xfrm>
            <a:off x="6432244" y="4376084"/>
            <a:ext cx="771003" cy="403913"/>
          </a:xfrm>
        </p:spPr>
        <p:txBody>
          <a:bodyPr>
            <a:noAutofit/>
          </a:bodyPr>
          <a:lstStyle>
            <a:lvl1pPr marL="0" indent="0">
              <a:buNone/>
              <a:defRPr sz="2800" b="0">
                <a:solidFill>
                  <a:schemeClr val="accent2"/>
                </a:solidFill>
              </a:defRPr>
            </a:lvl1pPr>
          </a:lstStyle>
          <a:p>
            <a:pPr lvl="0"/>
            <a:r>
              <a:rPr lang="ru-RU" dirty="0"/>
              <a:t>06</a:t>
            </a:r>
          </a:p>
        </p:txBody>
      </p:sp>
    </p:spTree>
    <p:extLst>
      <p:ext uri="{BB962C8B-B14F-4D97-AF65-F5344CB8AC3E}">
        <p14:creationId xmlns:p14="http://schemas.microsoft.com/office/powerpoint/2010/main" val="4188858008"/>
      </p:ext>
    </p:extLst>
  </p:cSld>
  <p:clrMapOvr>
    <a:masterClrMapping/>
  </p:clrMapOvr>
</p:sldLayout>
</file>

<file path=ppt/slideLayouts/slideLayout1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Фотографии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Дата 3">
            <a:extLst>
              <a:ext uri="{FF2B5EF4-FFF2-40B4-BE49-F238E27FC236}">
                <a16:creationId xmlns:a16="http://schemas.microsoft.com/office/drawing/2014/main" id="{916B7A0B-21BC-45FE-AFF7-52F34B6D0F83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306390" y="6356362"/>
            <a:ext cx="1047663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760">
                <a:solidFill>
                  <a:schemeClr val="bg1">
                    <a:lumMod val="95000"/>
                  </a:schemeClr>
                </a:solidFill>
              </a:defRPr>
            </a:lvl1pPr>
          </a:lstStyle>
          <a:p>
            <a:fld id="{CAFA80CC-940E-479C-90C0-76DA923785E9}" type="datetime1">
              <a:rPr lang="ru-RU" smtClean="0"/>
              <a:t>02.10.2026</a:t>
            </a:fld>
            <a:endParaRPr lang="ru-RU"/>
          </a:p>
        </p:txBody>
      </p:sp>
      <p:sp>
        <p:nvSpPr>
          <p:cNvPr id="6" name="Нижний колонтитул 4">
            <a:extLst>
              <a:ext uri="{FF2B5EF4-FFF2-40B4-BE49-F238E27FC236}">
                <a16:creationId xmlns:a16="http://schemas.microsoft.com/office/drawing/2014/main" id="{6D393D3D-D368-4E15-8F2F-7A07229A98A8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1459571" y="6356362"/>
            <a:ext cx="9574782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760">
                <a:solidFill>
                  <a:schemeClr val="bg1">
                    <a:lumMod val="95000"/>
                  </a:schemeClr>
                </a:solidFill>
              </a:defRPr>
            </a:lvl1pPr>
          </a:lstStyle>
          <a:p>
            <a:endParaRPr lang="ru-RU"/>
          </a:p>
        </p:txBody>
      </p:sp>
      <p:sp>
        <p:nvSpPr>
          <p:cNvPr id="7" name="Номер слайда 5">
            <a:extLst>
              <a:ext uri="{FF2B5EF4-FFF2-40B4-BE49-F238E27FC236}">
                <a16:creationId xmlns:a16="http://schemas.microsoft.com/office/drawing/2014/main" id="{0F5F999C-FF8F-49FD-8575-A50C0300C4F5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11413507" y="6356358"/>
            <a:ext cx="559119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bg1">
                    <a:lumMod val="95000"/>
                  </a:schemeClr>
                </a:solidFill>
              </a:defRPr>
            </a:lvl1pPr>
          </a:lstStyle>
          <a:p>
            <a:fld id="{52DCC5B9-D646-4B76-891F-6FF4E74E9CB4}" type="slidenum">
              <a:rPr lang="ru-RU" smtClean="0"/>
              <a:pPr/>
              <a:t>‹#›</a:t>
            </a:fld>
            <a:endParaRPr lang="ru-RU" dirty="0"/>
          </a:p>
        </p:txBody>
      </p:sp>
      <p:sp>
        <p:nvSpPr>
          <p:cNvPr id="26" name="Заголовок 1">
            <a:extLst>
              <a:ext uri="{FF2B5EF4-FFF2-40B4-BE49-F238E27FC236}">
                <a16:creationId xmlns:a16="http://schemas.microsoft.com/office/drawing/2014/main" id="{55CB4C33-0A35-4822-B0EF-4E754699A138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372682" y="421226"/>
            <a:ext cx="9862734" cy="376138"/>
          </a:xfrm>
          <a:prstGeom prst="rect">
            <a:avLst/>
          </a:prstGeom>
        </p:spPr>
        <p:txBody>
          <a:bodyPr vert="horz" lIns="91440" tIns="45720" rIns="91440" bIns="45720" rtlCol="0" anchor="b" anchorCtr="0">
            <a:noAutofit/>
          </a:bodyPr>
          <a:lstStyle/>
          <a:p>
            <a:r>
              <a:rPr lang="ru-RU" dirty="0"/>
              <a:t>ОБРАЗЕЦ ЗАГОЛОВКА</a:t>
            </a:r>
          </a:p>
        </p:txBody>
      </p:sp>
      <p:sp>
        <p:nvSpPr>
          <p:cNvPr id="27" name="Рисунок 7">
            <a:extLst>
              <a:ext uri="{FF2B5EF4-FFF2-40B4-BE49-F238E27FC236}">
                <a16:creationId xmlns:a16="http://schemas.microsoft.com/office/drawing/2014/main" id="{7F6989B1-EABA-40DD-BFD6-7E0075CDDEE8}"/>
              </a:ext>
            </a:extLst>
          </p:cNvPr>
          <p:cNvSpPr>
            <a:spLocks noGrp="1"/>
          </p:cNvSpPr>
          <p:nvPr>
            <p:ph type="pic" sz="quarter" idx="10"/>
          </p:nvPr>
        </p:nvSpPr>
        <p:spPr>
          <a:xfrm>
            <a:off x="7440147" y="1016001"/>
            <a:ext cx="4405777" cy="3078479"/>
          </a:xfrm>
        </p:spPr>
        <p:txBody>
          <a:bodyPr/>
          <a:lstStyle/>
          <a:p>
            <a:endParaRPr lang="ru-RU"/>
          </a:p>
        </p:txBody>
      </p:sp>
      <p:sp>
        <p:nvSpPr>
          <p:cNvPr id="28" name="Рисунок 9">
            <a:extLst>
              <a:ext uri="{FF2B5EF4-FFF2-40B4-BE49-F238E27FC236}">
                <a16:creationId xmlns:a16="http://schemas.microsoft.com/office/drawing/2014/main" id="{C157B27F-5477-43C4-BE9E-F7CF2A081F1A}"/>
              </a:ext>
            </a:extLst>
          </p:cNvPr>
          <p:cNvSpPr>
            <a:spLocks noGrp="1"/>
          </p:cNvSpPr>
          <p:nvPr>
            <p:ph type="pic" sz="quarter" idx="11"/>
          </p:nvPr>
        </p:nvSpPr>
        <p:spPr>
          <a:xfrm>
            <a:off x="7440149" y="4389108"/>
            <a:ext cx="4405775" cy="1811668"/>
          </a:xfrm>
        </p:spPr>
        <p:txBody>
          <a:bodyPr/>
          <a:lstStyle/>
          <a:p>
            <a:endParaRPr lang="ru-RU" dirty="0"/>
          </a:p>
        </p:txBody>
      </p:sp>
      <p:sp>
        <p:nvSpPr>
          <p:cNvPr id="29" name="Рисунок 11">
            <a:extLst>
              <a:ext uri="{FF2B5EF4-FFF2-40B4-BE49-F238E27FC236}">
                <a16:creationId xmlns:a16="http://schemas.microsoft.com/office/drawing/2014/main" id="{3E695B26-F7D2-4380-AAA1-0FB24A689AAD}"/>
              </a:ext>
            </a:extLst>
          </p:cNvPr>
          <p:cNvSpPr>
            <a:spLocks noGrp="1"/>
          </p:cNvSpPr>
          <p:nvPr>
            <p:ph type="pic" sz="quarter" idx="12"/>
          </p:nvPr>
        </p:nvSpPr>
        <p:spPr>
          <a:xfrm>
            <a:off x="346075" y="3223948"/>
            <a:ext cx="6806142" cy="2976827"/>
          </a:xfrm>
        </p:spPr>
        <p:txBody>
          <a:bodyPr/>
          <a:lstStyle/>
          <a:p>
            <a:endParaRPr lang="ru-RU"/>
          </a:p>
        </p:txBody>
      </p:sp>
      <p:sp>
        <p:nvSpPr>
          <p:cNvPr id="30" name="Текст 15">
            <a:extLst>
              <a:ext uri="{FF2B5EF4-FFF2-40B4-BE49-F238E27FC236}">
                <a16:creationId xmlns:a16="http://schemas.microsoft.com/office/drawing/2014/main" id="{7EA2CF14-9D94-4B6F-AAA7-0B38CBB654CE}"/>
              </a:ext>
            </a:extLst>
          </p:cNvPr>
          <p:cNvSpPr>
            <a:spLocks noGrp="1"/>
          </p:cNvSpPr>
          <p:nvPr>
            <p:ph type="body" sz="quarter" idx="14"/>
          </p:nvPr>
        </p:nvSpPr>
        <p:spPr>
          <a:xfrm>
            <a:off x="346075" y="1016001"/>
            <a:ext cx="6806142" cy="2029882"/>
          </a:xfrm>
        </p:spPr>
        <p:txBody>
          <a:bodyPr>
            <a:normAutofit/>
          </a:bodyPr>
          <a:lstStyle>
            <a:lvl1pPr>
              <a:defRPr sz="1400"/>
            </a:lvl1pPr>
          </a:lstStyle>
          <a:p>
            <a:pPr lvl="0"/>
            <a:r>
              <a:rPr lang="ru-RU" dirty="0"/>
              <a:t>Образец текста</a:t>
            </a:r>
          </a:p>
        </p:txBody>
      </p:sp>
    </p:spTree>
    <p:extLst>
      <p:ext uri="{BB962C8B-B14F-4D97-AF65-F5344CB8AC3E}">
        <p14:creationId xmlns:p14="http://schemas.microsoft.com/office/powerpoint/2010/main" val="1536016969"/>
      </p:ext>
    </p:extLst>
  </p:cSld>
  <p:clrMapOvr>
    <a:masterClrMapping/>
  </p:clrMapOvr>
</p:sldLayout>
</file>

<file path=ppt/slideLayouts/slideLayout1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Пункты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Дата 3">
            <a:extLst>
              <a:ext uri="{FF2B5EF4-FFF2-40B4-BE49-F238E27FC236}">
                <a16:creationId xmlns:a16="http://schemas.microsoft.com/office/drawing/2014/main" id="{916B7A0B-21BC-45FE-AFF7-52F34B6D0F83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306390" y="6356362"/>
            <a:ext cx="1047663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760">
                <a:solidFill>
                  <a:schemeClr val="bg1">
                    <a:lumMod val="95000"/>
                  </a:schemeClr>
                </a:solidFill>
              </a:defRPr>
            </a:lvl1pPr>
          </a:lstStyle>
          <a:p>
            <a:fld id="{82A4DA7B-A7D8-4443-AD1C-4C7CDC678488}" type="datetime1">
              <a:rPr lang="ru-RU" smtClean="0"/>
              <a:t>02.10.2026</a:t>
            </a:fld>
            <a:endParaRPr lang="ru-RU"/>
          </a:p>
        </p:txBody>
      </p:sp>
      <p:sp>
        <p:nvSpPr>
          <p:cNvPr id="6" name="Нижний колонтитул 4">
            <a:extLst>
              <a:ext uri="{FF2B5EF4-FFF2-40B4-BE49-F238E27FC236}">
                <a16:creationId xmlns:a16="http://schemas.microsoft.com/office/drawing/2014/main" id="{6D393D3D-D368-4E15-8F2F-7A07229A98A8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1459571" y="6356362"/>
            <a:ext cx="9574782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760">
                <a:solidFill>
                  <a:schemeClr val="bg1">
                    <a:lumMod val="95000"/>
                  </a:schemeClr>
                </a:solidFill>
              </a:defRPr>
            </a:lvl1pPr>
          </a:lstStyle>
          <a:p>
            <a:endParaRPr lang="ru-RU"/>
          </a:p>
        </p:txBody>
      </p:sp>
      <p:sp>
        <p:nvSpPr>
          <p:cNvPr id="26" name="Заголовок 1">
            <a:extLst>
              <a:ext uri="{FF2B5EF4-FFF2-40B4-BE49-F238E27FC236}">
                <a16:creationId xmlns:a16="http://schemas.microsoft.com/office/drawing/2014/main" id="{55CB4C33-0A35-4822-B0EF-4E754699A138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361107" y="421226"/>
            <a:ext cx="9862734" cy="376138"/>
          </a:xfrm>
          <a:prstGeom prst="rect">
            <a:avLst/>
          </a:prstGeom>
        </p:spPr>
        <p:txBody>
          <a:bodyPr vert="horz" lIns="91440" tIns="45720" rIns="91440" bIns="45720" rtlCol="0" anchor="b" anchorCtr="0">
            <a:noAutofit/>
          </a:bodyPr>
          <a:lstStyle/>
          <a:p>
            <a:r>
              <a:rPr lang="ru-RU" dirty="0"/>
              <a:t>ОБРАЗЕЦ ЗАГОЛОВКА</a:t>
            </a:r>
          </a:p>
        </p:txBody>
      </p:sp>
      <p:sp>
        <p:nvSpPr>
          <p:cNvPr id="23" name="Текст 101">
            <a:extLst>
              <a:ext uri="{FF2B5EF4-FFF2-40B4-BE49-F238E27FC236}">
                <a16:creationId xmlns:a16="http://schemas.microsoft.com/office/drawing/2014/main" id="{B61EFF39-7063-4F67-A1C0-B9D05F3602E3}"/>
              </a:ext>
            </a:extLst>
          </p:cNvPr>
          <p:cNvSpPr>
            <a:spLocks noGrp="1"/>
          </p:cNvSpPr>
          <p:nvPr>
            <p:ph type="body" sz="quarter" idx="14" hasCustomPrompt="1"/>
          </p:nvPr>
        </p:nvSpPr>
        <p:spPr>
          <a:xfrm>
            <a:off x="1994303" y="2973742"/>
            <a:ext cx="2190810" cy="910516"/>
          </a:xfrm>
        </p:spPr>
        <p:txBody>
          <a:bodyPr/>
          <a:lstStyle>
            <a:lvl1pPr marL="0" indent="0" algn="ctr">
              <a:buNone/>
              <a:defRPr lang="ru-RU" dirty="0"/>
            </a:lvl1pPr>
          </a:lstStyle>
          <a:p>
            <a:pPr lvl="0"/>
            <a:r>
              <a:rPr lang="ru-RU" dirty="0"/>
              <a:t>Текст</a:t>
            </a:r>
          </a:p>
        </p:txBody>
      </p:sp>
      <p:sp>
        <p:nvSpPr>
          <p:cNvPr id="75" name="Текст 74">
            <a:extLst>
              <a:ext uri="{FF2B5EF4-FFF2-40B4-BE49-F238E27FC236}">
                <a16:creationId xmlns:a16="http://schemas.microsoft.com/office/drawing/2014/main" id="{A0F2F041-BB01-463D-9CD2-6A231D592408}"/>
              </a:ext>
            </a:extLst>
          </p:cNvPr>
          <p:cNvSpPr>
            <a:spLocks noGrp="1"/>
          </p:cNvSpPr>
          <p:nvPr>
            <p:ph type="body" sz="quarter" idx="15"/>
          </p:nvPr>
        </p:nvSpPr>
        <p:spPr>
          <a:xfrm>
            <a:off x="6662924" y="1588128"/>
            <a:ext cx="4902200" cy="712587"/>
          </a:xfrm>
        </p:spPr>
        <p:txBody>
          <a:bodyPr/>
          <a:lstStyle>
            <a:lvl1pPr marL="0" indent="0">
              <a:buNone/>
              <a:defRPr/>
            </a:lvl1pPr>
          </a:lstStyle>
          <a:p>
            <a:pPr lvl="0"/>
            <a:r>
              <a:rPr lang="ru-RU" dirty="0"/>
              <a:t>Образец текста</a:t>
            </a:r>
          </a:p>
        </p:txBody>
      </p:sp>
      <p:sp>
        <p:nvSpPr>
          <p:cNvPr id="76" name="Текст 74">
            <a:extLst>
              <a:ext uri="{FF2B5EF4-FFF2-40B4-BE49-F238E27FC236}">
                <a16:creationId xmlns:a16="http://schemas.microsoft.com/office/drawing/2014/main" id="{58BDD636-A558-406A-A768-05FF3D12BD86}"/>
              </a:ext>
            </a:extLst>
          </p:cNvPr>
          <p:cNvSpPr>
            <a:spLocks noGrp="1"/>
          </p:cNvSpPr>
          <p:nvPr>
            <p:ph type="body" sz="quarter" idx="16"/>
          </p:nvPr>
        </p:nvSpPr>
        <p:spPr>
          <a:xfrm>
            <a:off x="6662924" y="2445138"/>
            <a:ext cx="4902200" cy="712587"/>
          </a:xfrm>
        </p:spPr>
        <p:txBody>
          <a:bodyPr/>
          <a:lstStyle>
            <a:lvl1pPr marL="0" indent="0">
              <a:buNone/>
              <a:defRPr/>
            </a:lvl1pPr>
          </a:lstStyle>
          <a:p>
            <a:pPr lvl="0"/>
            <a:r>
              <a:rPr lang="ru-RU" dirty="0"/>
              <a:t>Образец текста</a:t>
            </a:r>
          </a:p>
        </p:txBody>
      </p:sp>
      <p:sp>
        <p:nvSpPr>
          <p:cNvPr id="77" name="Текст 74">
            <a:extLst>
              <a:ext uri="{FF2B5EF4-FFF2-40B4-BE49-F238E27FC236}">
                <a16:creationId xmlns:a16="http://schemas.microsoft.com/office/drawing/2014/main" id="{53EE4994-79EE-43D0-B40B-E2DE25879B80}"/>
              </a:ext>
            </a:extLst>
          </p:cNvPr>
          <p:cNvSpPr>
            <a:spLocks noGrp="1"/>
          </p:cNvSpPr>
          <p:nvPr>
            <p:ph type="body" sz="quarter" idx="17"/>
          </p:nvPr>
        </p:nvSpPr>
        <p:spPr>
          <a:xfrm>
            <a:off x="6662924" y="3302147"/>
            <a:ext cx="4902200" cy="712587"/>
          </a:xfrm>
        </p:spPr>
        <p:txBody>
          <a:bodyPr/>
          <a:lstStyle>
            <a:lvl1pPr marL="0" indent="0">
              <a:buNone/>
              <a:defRPr/>
            </a:lvl1pPr>
          </a:lstStyle>
          <a:p>
            <a:pPr lvl="0"/>
            <a:r>
              <a:rPr lang="ru-RU" dirty="0"/>
              <a:t>Образец текста</a:t>
            </a:r>
          </a:p>
        </p:txBody>
      </p:sp>
      <p:sp>
        <p:nvSpPr>
          <p:cNvPr id="78" name="Текст 74">
            <a:extLst>
              <a:ext uri="{FF2B5EF4-FFF2-40B4-BE49-F238E27FC236}">
                <a16:creationId xmlns:a16="http://schemas.microsoft.com/office/drawing/2014/main" id="{4CD31D83-EE69-46A0-B5B2-B2969969DCFB}"/>
              </a:ext>
            </a:extLst>
          </p:cNvPr>
          <p:cNvSpPr>
            <a:spLocks noGrp="1"/>
          </p:cNvSpPr>
          <p:nvPr>
            <p:ph type="body" sz="quarter" idx="18"/>
          </p:nvPr>
        </p:nvSpPr>
        <p:spPr>
          <a:xfrm>
            <a:off x="6662924" y="4159156"/>
            <a:ext cx="4902200" cy="712587"/>
          </a:xfrm>
        </p:spPr>
        <p:txBody>
          <a:bodyPr/>
          <a:lstStyle>
            <a:lvl1pPr marL="0" indent="0">
              <a:buNone/>
              <a:defRPr/>
            </a:lvl1pPr>
          </a:lstStyle>
          <a:p>
            <a:pPr lvl="0"/>
            <a:r>
              <a:rPr lang="ru-RU" dirty="0"/>
              <a:t>Образец текста</a:t>
            </a:r>
          </a:p>
        </p:txBody>
      </p:sp>
      <p:sp>
        <p:nvSpPr>
          <p:cNvPr id="79" name="Текст 74">
            <a:extLst>
              <a:ext uri="{FF2B5EF4-FFF2-40B4-BE49-F238E27FC236}">
                <a16:creationId xmlns:a16="http://schemas.microsoft.com/office/drawing/2014/main" id="{BFB2A4EF-E632-42AC-82F0-453D4A95A9E4}"/>
              </a:ext>
            </a:extLst>
          </p:cNvPr>
          <p:cNvSpPr>
            <a:spLocks noGrp="1"/>
          </p:cNvSpPr>
          <p:nvPr>
            <p:ph type="body" sz="quarter" idx="19"/>
          </p:nvPr>
        </p:nvSpPr>
        <p:spPr>
          <a:xfrm>
            <a:off x="6662924" y="5016166"/>
            <a:ext cx="4902200" cy="712587"/>
          </a:xfrm>
        </p:spPr>
        <p:txBody>
          <a:bodyPr/>
          <a:lstStyle>
            <a:lvl1pPr marL="0" indent="0">
              <a:buNone/>
              <a:defRPr/>
            </a:lvl1pPr>
          </a:lstStyle>
          <a:p>
            <a:pPr lvl="0"/>
            <a:r>
              <a:rPr lang="ru-RU" dirty="0"/>
              <a:t>Образец текста</a:t>
            </a:r>
          </a:p>
        </p:txBody>
      </p:sp>
    </p:spTree>
    <p:extLst>
      <p:ext uri="{BB962C8B-B14F-4D97-AF65-F5344CB8AC3E}">
        <p14:creationId xmlns:p14="http://schemas.microsoft.com/office/powerpoint/2010/main" val="1376109719"/>
      </p:ext>
    </p:extLst>
  </p:cSld>
  <p:clrMapOvr>
    <a:masterClrMapping/>
  </p:clrMapOvr>
</p:sldLayout>
</file>

<file path=ppt/slideLayouts/slideLayout14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Статистика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Дата 3">
            <a:extLst>
              <a:ext uri="{FF2B5EF4-FFF2-40B4-BE49-F238E27FC236}">
                <a16:creationId xmlns:a16="http://schemas.microsoft.com/office/drawing/2014/main" id="{916B7A0B-21BC-45FE-AFF7-52F34B6D0F83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306390" y="6356362"/>
            <a:ext cx="1047663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760">
                <a:solidFill>
                  <a:schemeClr val="bg1">
                    <a:lumMod val="95000"/>
                  </a:schemeClr>
                </a:solidFill>
              </a:defRPr>
            </a:lvl1pPr>
          </a:lstStyle>
          <a:p>
            <a:fld id="{44E505DF-C567-47F2-9374-60838F800101}" type="datetime1">
              <a:rPr lang="ru-RU" smtClean="0"/>
              <a:t>02.10.2026</a:t>
            </a:fld>
            <a:endParaRPr lang="ru-RU"/>
          </a:p>
        </p:txBody>
      </p:sp>
      <p:sp>
        <p:nvSpPr>
          <p:cNvPr id="6" name="Нижний колонтитул 4">
            <a:extLst>
              <a:ext uri="{FF2B5EF4-FFF2-40B4-BE49-F238E27FC236}">
                <a16:creationId xmlns:a16="http://schemas.microsoft.com/office/drawing/2014/main" id="{6D393D3D-D368-4E15-8F2F-7A07229A98A8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1459571" y="6356362"/>
            <a:ext cx="9574782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760">
                <a:solidFill>
                  <a:schemeClr val="bg1">
                    <a:lumMod val="95000"/>
                  </a:schemeClr>
                </a:solidFill>
              </a:defRPr>
            </a:lvl1pPr>
          </a:lstStyle>
          <a:p>
            <a:endParaRPr lang="ru-RU"/>
          </a:p>
        </p:txBody>
      </p:sp>
      <p:sp>
        <p:nvSpPr>
          <p:cNvPr id="7" name="Номер слайда 5">
            <a:extLst>
              <a:ext uri="{FF2B5EF4-FFF2-40B4-BE49-F238E27FC236}">
                <a16:creationId xmlns:a16="http://schemas.microsoft.com/office/drawing/2014/main" id="{0F5F999C-FF8F-49FD-8575-A50C0300C4F5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11413507" y="6356358"/>
            <a:ext cx="559119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bg1">
                    <a:lumMod val="95000"/>
                  </a:schemeClr>
                </a:solidFill>
              </a:defRPr>
            </a:lvl1pPr>
          </a:lstStyle>
          <a:p>
            <a:fld id="{52DCC5B9-D646-4B76-891F-6FF4E74E9CB4}" type="slidenum">
              <a:rPr lang="ru-RU" smtClean="0"/>
              <a:pPr/>
              <a:t>‹#›</a:t>
            </a:fld>
            <a:endParaRPr lang="ru-RU" dirty="0"/>
          </a:p>
        </p:txBody>
      </p:sp>
      <p:sp>
        <p:nvSpPr>
          <p:cNvPr id="26" name="Заголовок 1">
            <a:extLst>
              <a:ext uri="{FF2B5EF4-FFF2-40B4-BE49-F238E27FC236}">
                <a16:creationId xmlns:a16="http://schemas.microsoft.com/office/drawing/2014/main" id="{55CB4C33-0A35-4822-B0EF-4E754699A138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361107" y="421226"/>
            <a:ext cx="9862734" cy="376138"/>
          </a:xfrm>
          <a:prstGeom prst="rect">
            <a:avLst/>
          </a:prstGeom>
        </p:spPr>
        <p:txBody>
          <a:bodyPr vert="horz" lIns="91440" tIns="45720" rIns="91440" bIns="45720" rtlCol="0" anchor="b" anchorCtr="0">
            <a:noAutofit/>
          </a:bodyPr>
          <a:lstStyle/>
          <a:p>
            <a:r>
              <a:rPr lang="ru-RU" dirty="0"/>
              <a:t>ОБРАЗЕЦ ЗАГОЛОВКА</a:t>
            </a:r>
          </a:p>
        </p:txBody>
      </p:sp>
      <p:sp>
        <p:nvSpPr>
          <p:cNvPr id="11" name="Текст 35">
            <a:extLst>
              <a:ext uri="{FF2B5EF4-FFF2-40B4-BE49-F238E27FC236}">
                <a16:creationId xmlns:a16="http://schemas.microsoft.com/office/drawing/2014/main" id="{B1350734-1D64-4861-9813-14C6593B8523}"/>
              </a:ext>
            </a:extLst>
          </p:cNvPr>
          <p:cNvSpPr>
            <a:spLocks noGrp="1"/>
          </p:cNvSpPr>
          <p:nvPr>
            <p:ph type="body" sz="quarter" idx="21"/>
          </p:nvPr>
        </p:nvSpPr>
        <p:spPr>
          <a:xfrm>
            <a:off x="6683077" y="1026867"/>
            <a:ext cx="4790314" cy="1615356"/>
          </a:xfrm>
          <a:prstGeom prst="roundRect">
            <a:avLst/>
          </a:prstGeom>
          <a:gradFill>
            <a:gsLst>
              <a:gs pos="0">
                <a:schemeClr val="accent1">
                  <a:lumMod val="5000"/>
                  <a:lumOff val="95000"/>
                  <a:alpha val="20000"/>
                </a:schemeClr>
              </a:gs>
              <a:gs pos="100000">
                <a:schemeClr val="bg1">
                  <a:alpha val="0"/>
                </a:schemeClr>
              </a:gs>
            </a:gsLst>
            <a:lin ang="5400000" scaled="1"/>
          </a:gradFill>
        </p:spPr>
        <p:txBody>
          <a:bodyPr>
            <a:noAutofit/>
          </a:bodyPr>
          <a:lstStyle>
            <a:lvl1pPr>
              <a:defRPr sz="1800" b="1">
                <a:solidFill>
                  <a:schemeClr val="accent2"/>
                </a:solidFill>
              </a:defRPr>
            </a:lvl1pPr>
          </a:lstStyle>
          <a:p>
            <a:pPr lvl="0"/>
            <a:r>
              <a:rPr lang="ru-RU" dirty="0"/>
              <a:t>Образец текста</a:t>
            </a:r>
          </a:p>
        </p:txBody>
      </p:sp>
      <p:sp>
        <p:nvSpPr>
          <p:cNvPr id="12" name="Текст 35">
            <a:extLst>
              <a:ext uri="{FF2B5EF4-FFF2-40B4-BE49-F238E27FC236}">
                <a16:creationId xmlns:a16="http://schemas.microsoft.com/office/drawing/2014/main" id="{010826A5-76AC-452C-9459-7CC1CCF22ED5}"/>
              </a:ext>
            </a:extLst>
          </p:cNvPr>
          <p:cNvSpPr>
            <a:spLocks noGrp="1"/>
          </p:cNvSpPr>
          <p:nvPr>
            <p:ph type="body" sz="quarter" idx="18"/>
          </p:nvPr>
        </p:nvSpPr>
        <p:spPr>
          <a:xfrm>
            <a:off x="6683077" y="1626932"/>
            <a:ext cx="4790314" cy="1015291"/>
          </a:xfrm>
          <a:prstGeom prst="rect">
            <a:avLst/>
          </a:prstGeom>
        </p:spPr>
        <p:txBody>
          <a:bodyPr>
            <a:normAutofit/>
          </a:bodyPr>
          <a:lstStyle>
            <a:lvl1pPr>
              <a:defRPr sz="1400"/>
            </a:lvl1pPr>
          </a:lstStyle>
          <a:p>
            <a:pPr lvl="0"/>
            <a:r>
              <a:rPr lang="ru-RU" dirty="0"/>
              <a:t>Образец текста</a:t>
            </a:r>
          </a:p>
        </p:txBody>
      </p:sp>
      <p:sp>
        <p:nvSpPr>
          <p:cNvPr id="14" name="Текст 35">
            <a:extLst>
              <a:ext uri="{FF2B5EF4-FFF2-40B4-BE49-F238E27FC236}">
                <a16:creationId xmlns:a16="http://schemas.microsoft.com/office/drawing/2014/main" id="{C694E912-AC3F-437A-90AD-A48291DCE9BD}"/>
              </a:ext>
            </a:extLst>
          </p:cNvPr>
          <p:cNvSpPr>
            <a:spLocks noGrp="1"/>
          </p:cNvSpPr>
          <p:nvPr>
            <p:ph type="body" sz="quarter" idx="22"/>
          </p:nvPr>
        </p:nvSpPr>
        <p:spPr>
          <a:xfrm>
            <a:off x="6683077" y="2807582"/>
            <a:ext cx="4790314" cy="1615356"/>
          </a:xfrm>
          <a:prstGeom prst="roundRect">
            <a:avLst/>
          </a:prstGeom>
          <a:gradFill>
            <a:gsLst>
              <a:gs pos="0">
                <a:schemeClr val="accent1">
                  <a:lumMod val="5000"/>
                  <a:lumOff val="95000"/>
                  <a:alpha val="20000"/>
                </a:schemeClr>
              </a:gs>
              <a:gs pos="100000">
                <a:schemeClr val="bg1">
                  <a:alpha val="0"/>
                </a:schemeClr>
              </a:gs>
            </a:gsLst>
            <a:lin ang="5400000" scaled="1"/>
          </a:gradFill>
        </p:spPr>
        <p:txBody>
          <a:bodyPr>
            <a:noAutofit/>
          </a:bodyPr>
          <a:lstStyle>
            <a:lvl1pPr>
              <a:defRPr sz="1800" b="1">
                <a:solidFill>
                  <a:schemeClr val="accent2"/>
                </a:solidFill>
              </a:defRPr>
            </a:lvl1pPr>
          </a:lstStyle>
          <a:p>
            <a:pPr lvl="0"/>
            <a:r>
              <a:rPr lang="ru-RU" dirty="0"/>
              <a:t>Образец текста</a:t>
            </a:r>
          </a:p>
        </p:txBody>
      </p:sp>
      <p:sp>
        <p:nvSpPr>
          <p:cNvPr id="15" name="Текст 35">
            <a:extLst>
              <a:ext uri="{FF2B5EF4-FFF2-40B4-BE49-F238E27FC236}">
                <a16:creationId xmlns:a16="http://schemas.microsoft.com/office/drawing/2014/main" id="{DE78EAF0-6854-4E73-A48A-917C1A86C3F4}"/>
              </a:ext>
            </a:extLst>
          </p:cNvPr>
          <p:cNvSpPr>
            <a:spLocks noGrp="1"/>
          </p:cNvSpPr>
          <p:nvPr>
            <p:ph type="body" sz="quarter" idx="23"/>
          </p:nvPr>
        </p:nvSpPr>
        <p:spPr>
          <a:xfrm>
            <a:off x="6683077" y="3407647"/>
            <a:ext cx="4790314" cy="1015291"/>
          </a:xfrm>
          <a:prstGeom prst="rect">
            <a:avLst/>
          </a:prstGeom>
        </p:spPr>
        <p:txBody>
          <a:bodyPr>
            <a:normAutofit/>
          </a:bodyPr>
          <a:lstStyle>
            <a:lvl1pPr>
              <a:defRPr sz="1400"/>
            </a:lvl1pPr>
          </a:lstStyle>
          <a:p>
            <a:pPr lvl="0"/>
            <a:r>
              <a:rPr lang="ru-RU" dirty="0"/>
              <a:t>Образец текста</a:t>
            </a:r>
          </a:p>
        </p:txBody>
      </p:sp>
      <p:sp>
        <p:nvSpPr>
          <p:cNvPr id="16" name="Текст 35">
            <a:extLst>
              <a:ext uri="{FF2B5EF4-FFF2-40B4-BE49-F238E27FC236}">
                <a16:creationId xmlns:a16="http://schemas.microsoft.com/office/drawing/2014/main" id="{72D68DD9-6181-4C35-909B-154E5E309C97}"/>
              </a:ext>
            </a:extLst>
          </p:cNvPr>
          <p:cNvSpPr>
            <a:spLocks noGrp="1"/>
          </p:cNvSpPr>
          <p:nvPr>
            <p:ph type="body" sz="quarter" idx="24"/>
          </p:nvPr>
        </p:nvSpPr>
        <p:spPr>
          <a:xfrm>
            <a:off x="6683077" y="4584029"/>
            <a:ext cx="4790314" cy="1615356"/>
          </a:xfrm>
          <a:prstGeom prst="roundRect">
            <a:avLst/>
          </a:prstGeom>
          <a:gradFill>
            <a:gsLst>
              <a:gs pos="0">
                <a:schemeClr val="accent1">
                  <a:lumMod val="5000"/>
                  <a:lumOff val="95000"/>
                  <a:alpha val="20000"/>
                </a:schemeClr>
              </a:gs>
              <a:gs pos="100000">
                <a:schemeClr val="bg1">
                  <a:alpha val="0"/>
                </a:schemeClr>
              </a:gs>
            </a:gsLst>
            <a:lin ang="5400000" scaled="1"/>
          </a:gradFill>
        </p:spPr>
        <p:txBody>
          <a:bodyPr>
            <a:noAutofit/>
          </a:bodyPr>
          <a:lstStyle>
            <a:lvl1pPr>
              <a:defRPr sz="1800" b="1">
                <a:solidFill>
                  <a:schemeClr val="accent2"/>
                </a:solidFill>
              </a:defRPr>
            </a:lvl1pPr>
          </a:lstStyle>
          <a:p>
            <a:pPr lvl="0"/>
            <a:r>
              <a:rPr lang="ru-RU" dirty="0"/>
              <a:t>Образец текста</a:t>
            </a:r>
          </a:p>
        </p:txBody>
      </p:sp>
      <p:sp>
        <p:nvSpPr>
          <p:cNvPr id="17" name="Текст 35">
            <a:extLst>
              <a:ext uri="{FF2B5EF4-FFF2-40B4-BE49-F238E27FC236}">
                <a16:creationId xmlns:a16="http://schemas.microsoft.com/office/drawing/2014/main" id="{7D5E34DD-827F-4597-BFDE-34D8830FB250}"/>
              </a:ext>
            </a:extLst>
          </p:cNvPr>
          <p:cNvSpPr>
            <a:spLocks noGrp="1"/>
          </p:cNvSpPr>
          <p:nvPr>
            <p:ph type="body" sz="quarter" idx="25"/>
          </p:nvPr>
        </p:nvSpPr>
        <p:spPr>
          <a:xfrm>
            <a:off x="6683077" y="5184094"/>
            <a:ext cx="4790314" cy="1015291"/>
          </a:xfrm>
          <a:prstGeom prst="rect">
            <a:avLst/>
          </a:prstGeom>
        </p:spPr>
        <p:txBody>
          <a:bodyPr>
            <a:normAutofit/>
          </a:bodyPr>
          <a:lstStyle>
            <a:lvl1pPr>
              <a:defRPr sz="1400"/>
            </a:lvl1pPr>
          </a:lstStyle>
          <a:p>
            <a:pPr lvl="0"/>
            <a:r>
              <a:rPr lang="ru-RU" dirty="0"/>
              <a:t>Образец текста</a:t>
            </a:r>
          </a:p>
        </p:txBody>
      </p:sp>
    </p:spTree>
    <p:extLst>
      <p:ext uri="{BB962C8B-B14F-4D97-AF65-F5344CB8AC3E}">
        <p14:creationId xmlns:p14="http://schemas.microsoft.com/office/powerpoint/2010/main" val="2669948565"/>
      </p:ext>
    </p:extLst>
  </p:cSld>
  <p:clrMapOvr>
    <a:masterClrMapping/>
  </p:clrMapOvr>
</p:sldLayout>
</file>

<file path=ppt/slideLayouts/slideLayout15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1_Статистика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Дата 3">
            <a:extLst>
              <a:ext uri="{FF2B5EF4-FFF2-40B4-BE49-F238E27FC236}">
                <a16:creationId xmlns:a16="http://schemas.microsoft.com/office/drawing/2014/main" id="{916B7A0B-21BC-45FE-AFF7-52F34B6D0F83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306390" y="6356362"/>
            <a:ext cx="1047663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760">
                <a:solidFill>
                  <a:schemeClr val="bg1">
                    <a:lumMod val="95000"/>
                  </a:schemeClr>
                </a:solidFill>
              </a:defRPr>
            </a:lvl1pPr>
          </a:lstStyle>
          <a:p>
            <a:fld id="{2938A0C3-5C2F-47B8-B008-79A49A1195BA}" type="datetime1">
              <a:rPr lang="ru-RU" smtClean="0"/>
              <a:t>02.10.2026</a:t>
            </a:fld>
            <a:endParaRPr lang="ru-RU"/>
          </a:p>
        </p:txBody>
      </p:sp>
      <p:sp>
        <p:nvSpPr>
          <p:cNvPr id="6" name="Нижний колонтитул 4">
            <a:extLst>
              <a:ext uri="{FF2B5EF4-FFF2-40B4-BE49-F238E27FC236}">
                <a16:creationId xmlns:a16="http://schemas.microsoft.com/office/drawing/2014/main" id="{6D393D3D-D368-4E15-8F2F-7A07229A98A8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1459571" y="6356362"/>
            <a:ext cx="9574782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760">
                <a:solidFill>
                  <a:schemeClr val="bg1">
                    <a:lumMod val="95000"/>
                  </a:schemeClr>
                </a:solidFill>
              </a:defRPr>
            </a:lvl1pPr>
          </a:lstStyle>
          <a:p>
            <a:endParaRPr lang="ru-RU"/>
          </a:p>
        </p:txBody>
      </p:sp>
      <p:sp>
        <p:nvSpPr>
          <p:cNvPr id="7" name="Номер слайда 5">
            <a:extLst>
              <a:ext uri="{FF2B5EF4-FFF2-40B4-BE49-F238E27FC236}">
                <a16:creationId xmlns:a16="http://schemas.microsoft.com/office/drawing/2014/main" id="{0F5F999C-FF8F-49FD-8575-A50C0300C4F5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11413507" y="6356358"/>
            <a:ext cx="559119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bg1">
                    <a:lumMod val="95000"/>
                  </a:schemeClr>
                </a:solidFill>
              </a:defRPr>
            </a:lvl1pPr>
          </a:lstStyle>
          <a:p>
            <a:fld id="{52DCC5B9-D646-4B76-891F-6FF4E74E9CB4}" type="slidenum">
              <a:rPr lang="ru-RU" smtClean="0"/>
              <a:pPr/>
              <a:t>‹#›</a:t>
            </a:fld>
            <a:endParaRPr lang="ru-RU" dirty="0"/>
          </a:p>
        </p:txBody>
      </p:sp>
      <p:sp>
        <p:nvSpPr>
          <p:cNvPr id="26" name="Заголовок 1">
            <a:extLst>
              <a:ext uri="{FF2B5EF4-FFF2-40B4-BE49-F238E27FC236}">
                <a16:creationId xmlns:a16="http://schemas.microsoft.com/office/drawing/2014/main" id="{55CB4C33-0A35-4822-B0EF-4E754699A138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349532" y="421226"/>
            <a:ext cx="9862734" cy="376138"/>
          </a:xfrm>
          <a:prstGeom prst="rect">
            <a:avLst/>
          </a:prstGeom>
        </p:spPr>
        <p:txBody>
          <a:bodyPr vert="horz" lIns="91440" tIns="45720" rIns="91440" bIns="45720" rtlCol="0" anchor="b" anchorCtr="0">
            <a:noAutofit/>
          </a:bodyPr>
          <a:lstStyle/>
          <a:p>
            <a:r>
              <a:rPr lang="ru-RU" dirty="0"/>
              <a:t>ОБРАЗЕЦ ЗАГОЛОВКА</a:t>
            </a:r>
          </a:p>
        </p:txBody>
      </p:sp>
      <p:sp>
        <p:nvSpPr>
          <p:cNvPr id="11" name="Текст 35">
            <a:extLst>
              <a:ext uri="{FF2B5EF4-FFF2-40B4-BE49-F238E27FC236}">
                <a16:creationId xmlns:a16="http://schemas.microsoft.com/office/drawing/2014/main" id="{B1350734-1D64-4861-9813-14C6593B8523}"/>
              </a:ext>
            </a:extLst>
          </p:cNvPr>
          <p:cNvSpPr>
            <a:spLocks noGrp="1"/>
          </p:cNvSpPr>
          <p:nvPr>
            <p:ph type="body" sz="quarter" idx="21"/>
          </p:nvPr>
        </p:nvSpPr>
        <p:spPr>
          <a:xfrm>
            <a:off x="6683077" y="1016000"/>
            <a:ext cx="4790314" cy="1021701"/>
          </a:xfrm>
          <a:prstGeom prst="roundRect">
            <a:avLst/>
          </a:prstGeom>
          <a:gradFill>
            <a:gsLst>
              <a:gs pos="0">
                <a:schemeClr val="accent1">
                  <a:lumMod val="5000"/>
                  <a:lumOff val="95000"/>
                  <a:alpha val="20000"/>
                </a:schemeClr>
              </a:gs>
              <a:gs pos="100000">
                <a:schemeClr val="bg1">
                  <a:alpha val="0"/>
                </a:schemeClr>
              </a:gs>
            </a:gsLst>
            <a:lin ang="5400000" scaled="1"/>
          </a:gradFill>
        </p:spPr>
        <p:txBody>
          <a:bodyPr>
            <a:noAutofit/>
          </a:bodyPr>
          <a:lstStyle>
            <a:lvl1pPr>
              <a:defRPr sz="1800" b="1">
                <a:solidFill>
                  <a:schemeClr val="accent1"/>
                </a:solidFill>
              </a:defRPr>
            </a:lvl1pPr>
          </a:lstStyle>
          <a:p>
            <a:pPr lvl="0"/>
            <a:r>
              <a:rPr lang="ru-RU" dirty="0"/>
              <a:t>Образец текста</a:t>
            </a:r>
          </a:p>
        </p:txBody>
      </p:sp>
      <p:sp>
        <p:nvSpPr>
          <p:cNvPr id="12" name="Текст 35">
            <a:extLst>
              <a:ext uri="{FF2B5EF4-FFF2-40B4-BE49-F238E27FC236}">
                <a16:creationId xmlns:a16="http://schemas.microsoft.com/office/drawing/2014/main" id="{010826A5-76AC-452C-9459-7CC1CCF22ED5}"/>
              </a:ext>
            </a:extLst>
          </p:cNvPr>
          <p:cNvSpPr>
            <a:spLocks noGrp="1"/>
          </p:cNvSpPr>
          <p:nvPr>
            <p:ph type="body" sz="quarter" idx="18"/>
          </p:nvPr>
        </p:nvSpPr>
        <p:spPr>
          <a:xfrm>
            <a:off x="6683077" y="1395537"/>
            <a:ext cx="4790314" cy="642164"/>
          </a:xfrm>
          <a:prstGeom prst="rect">
            <a:avLst/>
          </a:prstGeom>
        </p:spPr>
        <p:txBody>
          <a:bodyPr>
            <a:normAutofit/>
          </a:bodyPr>
          <a:lstStyle>
            <a:lvl1pPr>
              <a:defRPr sz="1400"/>
            </a:lvl1pPr>
          </a:lstStyle>
          <a:p>
            <a:pPr lvl="0"/>
            <a:r>
              <a:rPr lang="ru-RU" dirty="0"/>
              <a:t>Образец текста</a:t>
            </a:r>
          </a:p>
        </p:txBody>
      </p:sp>
      <p:sp>
        <p:nvSpPr>
          <p:cNvPr id="14" name="Текст 35">
            <a:extLst>
              <a:ext uri="{FF2B5EF4-FFF2-40B4-BE49-F238E27FC236}">
                <a16:creationId xmlns:a16="http://schemas.microsoft.com/office/drawing/2014/main" id="{C694E912-AC3F-437A-90AD-A48291DCE9BD}"/>
              </a:ext>
            </a:extLst>
          </p:cNvPr>
          <p:cNvSpPr>
            <a:spLocks noGrp="1"/>
          </p:cNvSpPr>
          <p:nvPr>
            <p:ph type="body" sz="quarter" idx="22"/>
          </p:nvPr>
        </p:nvSpPr>
        <p:spPr>
          <a:xfrm>
            <a:off x="6683077" y="2284561"/>
            <a:ext cx="4790314" cy="1021701"/>
          </a:xfrm>
          <a:prstGeom prst="roundRect">
            <a:avLst/>
          </a:prstGeom>
          <a:gradFill>
            <a:gsLst>
              <a:gs pos="0">
                <a:schemeClr val="accent1">
                  <a:lumMod val="5000"/>
                  <a:lumOff val="95000"/>
                  <a:alpha val="20000"/>
                </a:schemeClr>
              </a:gs>
              <a:gs pos="100000">
                <a:schemeClr val="bg1">
                  <a:alpha val="0"/>
                </a:schemeClr>
              </a:gs>
            </a:gsLst>
            <a:lin ang="5400000" scaled="1"/>
          </a:gradFill>
        </p:spPr>
        <p:txBody>
          <a:bodyPr>
            <a:noAutofit/>
          </a:bodyPr>
          <a:lstStyle>
            <a:lvl1pPr>
              <a:defRPr sz="1800" b="1">
                <a:solidFill>
                  <a:schemeClr val="accent5">
                    <a:lumMod val="60000"/>
                    <a:lumOff val="40000"/>
                  </a:schemeClr>
                </a:solidFill>
              </a:defRPr>
            </a:lvl1pPr>
          </a:lstStyle>
          <a:p>
            <a:pPr lvl="0"/>
            <a:r>
              <a:rPr lang="ru-RU" dirty="0"/>
              <a:t>Образец текста</a:t>
            </a:r>
          </a:p>
        </p:txBody>
      </p:sp>
      <p:sp>
        <p:nvSpPr>
          <p:cNvPr id="15" name="Текст 35">
            <a:extLst>
              <a:ext uri="{FF2B5EF4-FFF2-40B4-BE49-F238E27FC236}">
                <a16:creationId xmlns:a16="http://schemas.microsoft.com/office/drawing/2014/main" id="{DE78EAF0-6854-4E73-A48A-917C1A86C3F4}"/>
              </a:ext>
            </a:extLst>
          </p:cNvPr>
          <p:cNvSpPr>
            <a:spLocks noGrp="1"/>
          </p:cNvSpPr>
          <p:nvPr>
            <p:ph type="body" sz="quarter" idx="23"/>
          </p:nvPr>
        </p:nvSpPr>
        <p:spPr>
          <a:xfrm>
            <a:off x="6683077" y="2664098"/>
            <a:ext cx="4790314" cy="642164"/>
          </a:xfrm>
          <a:prstGeom prst="rect">
            <a:avLst/>
          </a:prstGeom>
        </p:spPr>
        <p:txBody>
          <a:bodyPr>
            <a:normAutofit/>
          </a:bodyPr>
          <a:lstStyle>
            <a:lvl1pPr>
              <a:defRPr sz="1400"/>
            </a:lvl1pPr>
          </a:lstStyle>
          <a:p>
            <a:pPr lvl="0"/>
            <a:r>
              <a:rPr lang="ru-RU" dirty="0"/>
              <a:t>Образец текста</a:t>
            </a:r>
          </a:p>
        </p:txBody>
      </p:sp>
      <p:sp>
        <p:nvSpPr>
          <p:cNvPr id="16" name="Текст 35">
            <a:extLst>
              <a:ext uri="{FF2B5EF4-FFF2-40B4-BE49-F238E27FC236}">
                <a16:creationId xmlns:a16="http://schemas.microsoft.com/office/drawing/2014/main" id="{72D68DD9-6181-4C35-909B-154E5E309C97}"/>
              </a:ext>
            </a:extLst>
          </p:cNvPr>
          <p:cNvSpPr>
            <a:spLocks noGrp="1"/>
          </p:cNvSpPr>
          <p:nvPr>
            <p:ph type="body" sz="quarter" idx="24"/>
          </p:nvPr>
        </p:nvSpPr>
        <p:spPr>
          <a:xfrm>
            <a:off x="6683077" y="3553122"/>
            <a:ext cx="4790314" cy="1021701"/>
          </a:xfrm>
          <a:prstGeom prst="roundRect">
            <a:avLst/>
          </a:prstGeom>
          <a:gradFill>
            <a:gsLst>
              <a:gs pos="0">
                <a:schemeClr val="accent1">
                  <a:lumMod val="5000"/>
                  <a:lumOff val="95000"/>
                  <a:alpha val="20000"/>
                </a:schemeClr>
              </a:gs>
              <a:gs pos="100000">
                <a:schemeClr val="bg1">
                  <a:alpha val="0"/>
                </a:schemeClr>
              </a:gs>
            </a:gsLst>
            <a:lin ang="5400000" scaled="1"/>
          </a:gradFill>
        </p:spPr>
        <p:txBody>
          <a:bodyPr>
            <a:noAutofit/>
          </a:bodyPr>
          <a:lstStyle>
            <a:lvl1pPr>
              <a:defRPr sz="1800" b="1">
                <a:solidFill>
                  <a:schemeClr val="accent4"/>
                </a:solidFill>
              </a:defRPr>
            </a:lvl1pPr>
          </a:lstStyle>
          <a:p>
            <a:pPr lvl="0"/>
            <a:r>
              <a:rPr lang="ru-RU" dirty="0"/>
              <a:t>Образец текста</a:t>
            </a:r>
          </a:p>
        </p:txBody>
      </p:sp>
      <p:sp>
        <p:nvSpPr>
          <p:cNvPr id="17" name="Текст 35">
            <a:extLst>
              <a:ext uri="{FF2B5EF4-FFF2-40B4-BE49-F238E27FC236}">
                <a16:creationId xmlns:a16="http://schemas.microsoft.com/office/drawing/2014/main" id="{7D5E34DD-827F-4597-BFDE-34D8830FB250}"/>
              </a:ext>
            </a:extLst>
          </p:cNvPr>
          <p:cNvSpPr>
            <a:spLocks noGrp="1"/>
          </p:cNvSpPr>
          <p:nvPr>
            <p:ph type="body" sz="quarter" idx="25"/>
          </p:nvPr>
        </p:nvSpPr>
        <p:spPr>
          <a:xfrm>
            <a:off x="6683077" y="3932659"/>
            <a:ext cx="4790314" cy="642164"/>
          </a:xfrm>
          <a:prstGeom prst="rect">
            <a:avLst/>
          </a:prstGeom>
        </p:spPr>
        <p:txBody>
          <a:bodyPr>
            <a:normAutofit/>
          </a:bodyPr>
          <a:lstStyle>
            <a:lvl1pPr>
              <a:defRPr sz="1400"/>
            </a:lvl1pPr>
          </a:lstStyle>
          <a:p>
            <a:pPr lvl="0"/>
            <a:r>
              <a:rPr lang="ru-RU" dirty="0"/>
              <a:t>Образец текста</a:t>
            </a:r>
          </a:p>
        </p:txBody>
      </p:sp>
      <p:sp>
        <p:nvSpPr>
          <p:cNvPr id="18" name="Текст 35">
            <a:extLst>
              <a:ext uri="{FF2B5EF4-FFF2-40B4-BE49-F238E27FC236}">
                <a16:creationId xmlns:a16="http://schemas.microsoft.com/office/drawing/2014/main" id="{6305AE9F-2B19-4EA1-A48B-435746C35E60}"/>
              </a:ext>
            </a:extLst>
          </p:cNvPr>
          <p:cNvSpPr>
            <a:spLocks noGrp="1"/>
          </p:cNvSpPr>
          <p:nvPr>
            <p:ph type="body" sz="quarter" idx="26"/>
          </p:nvPr>
        </p:nvSpPr>
        <p:spPr>
          <a:xfrm>
            <a:off x="6683077" y="4821684"/>
            <a:ext cx="4790314" cy="1021701"/>
          </a:xfrm>
          <a:prstGeom prst="roundRect">
            <a:avLst/>
          </a:prstGeom>
          <a:gradFill>
            <a:gsLst>
              <a:gs pos="0">
                <a:schemeClr val="accent1">
                  <a:lumMod val="5000"/>
                  <a:lumOff val="95000"/>
                  <a:alpha val="20000"/>
                </a:schemeClr>
              </a:gs>
              <a:gs pos="100000">
                <a:schemeClr val="bg1">
                  <a:alpha val="0"/>
                </a:schemeClr>
              </a:gs>
            </a:gsLst>
            <a:lin ang="5400000" scaled="1"/>
          </a:gradFill>
        </p:spPr>
        <p:txBody>
          <a:bodyPr>
            <a:noAutofit/>
          </a:bodyPr>
          <a:lstStyle>
            <a:lvl1pPr>
              <a:defRPr sz="1800" b="1">
                <a:solidFill>
                  <a:schemeClr val="accent2"/>
                </a:solidFill>
              </a:defRPr>
            </a:lvl1pPr>
          </a:lstStyle>
          <a:p>
            <a:pPr lvl="0"/>
            <a:r>
              <a:rPr lang="ru-RU" dirty="0"/>
              <a:t>Образец текста</a:t>
            </a:r>
          </a:p>
        </p:txBody>
      </p:sp>
      <p:sp>
        <p:nvSpPr>
          <p:cNvPr id="19" name="Текст 35">
            <a:extLst>
              <a:ext uri="{FF2B5EF4-FFF2-40B4-BE49-F238E27FC236}">
                <a16:creationId xmlns:a16="http://schemas.microsoft.com/office/drawing/2014/main" id="{CF9D9CFB-62B9-4CE0-8770-0CB398D99F7E}"/>
              </a:ext>
            </a:extLst>
          </p:cNvPr>
          <p:cNvSpPr>
            <a:spLocks noGrp="1"/>
          </p:cNvSpPr>
          <p:nvPr>
            <p:ph type="body" sz="quarter" idx="27"/>
          </p:nvPr>
        </p:nvSpPr>
        <p:spPr>
          <a:xfrm>
            <a:off x="6683077" y="5201221"/>
            <a:ext cx="4790314" cy="642164"/>
          </a:xfrm>
          <a:prstGeom prst="rect">
            <a:avLst/>
          </a:prstGeom>
        </p:spPr>
        <p:txBody>
          <a:bodyPr>
            <a:normAutofit/>
          </a:bodyPr>
          <a:lstStyle>
            <a:lvl1pPr>
              <a:defRPr sz="1400"/>
            </a:lvl1pPr>
          </a:lstStyle>
          <a:p>
            <a:pPr lvl="0"/>
            <a:r>
              <a:rPr lang="ru-RU" dirty="0"/>
              <a:t>Образец текста</a:t>
            </a:r>
          </a:p>
        </p:txBody>
      </p:sp>
    </p:spTree>
    <p:extLst>
      <p:ext uri="{BB962C8B-B14F-4D97-AF65-F5344CB8AC3E}">
        <p14:creationId xmlns:p14="http://schemas.microsoft.com/office/powerpoint/2010/main" val="1016386434"/>
      </p:ext>
    </p:extLst>
  </p:cSld>
  <p:clrMapOvr>
    <a:overrideClrMapping bg1="lt1" tx1="dk1" bg2="lt2" tx2="dk2" accent1="accent1" accent2="accent2" accent3="accent3" accent4="accent4" accent5="accent5" accent6="accent6" hlink="hlink" folHlink="folHlink"/>
  </p:clrMapOvr>
</p:sldLayout>
</file>

<file path=ppt/slideLayouts/slideLayout16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2_Статистика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Дата 3">
            <a:extLst>
              <a:ext uri="{FF2B5EF4-FFF2-40B4-BE49-F238E27FC236}">
                <a16:creationId xmlns:a16="http://schemas.microsoft.com/office/drawing/2014/main" id="{916B7A0B-21BC-45FE-AFF7-52F34B6D0F83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306390" y="6356362"/>
            <a:ext cx="1047663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760">
                <a:solidFill>
                  <a:schemeClr val="bg1">
                    <a:lumMod val="95000"/>
                  </a:schemeClr>
                </a:solidFill>
              </a:defRPr>
            </a:lvl1pPr>
          </a:lstStyle>
          <a:p>
            <a:fld id="{BF4F29EB-DFD0-428E-8E89-ED117A3553E3}" type="datetime1">
              <a:rPr lang="ru-RU" smtClean="0"/>
              <a:t>02.10.2026</a:t>
            </a:fld>
            <a:endParaRPr lang="ru-RU"/>
          </a:p>
        </p:txBody>
      </p:sp>
      <p:sp>
        <p:nvSpPr>
          <p:cNvPr id="6" name="Нижний колонтитул 4">
            <a:extLst>
              <a:ext uri="{FF2B5EF4-FFF2-40B4-BE49-F238E27FC236}">
                <a16:creationId xmlns:a16="http://schemas.microsoft.com/office/drawing/2014/main" id="{6D393D3D-D368-4E15-8F2F-7A07229A98A8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1459571" y="6356362"/>
            <a:ext cx="9574782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760">
                <a:solidFill>
                  <a:schemeClr val="bg1">
                    <a:lumMod val="95000"/>
                  </a:schemeClr>
                </a:solidFill>
              </a:defRPr>
            </a:lvl1pPr>
          </a:lstStyle>
          <a:p>
            <a:endParaRPr lang="ru-RU"/>
          </a:p>
        </p:txBody>
      </p:sp>
      <p:sp>
        <p:nvSpPr>
          <p:cNvPr id="7" name="Номер слайда 5">
            <a:extLst>
              <a:ext uri="{FF2B5EF4-FFF2-40B4-BE49-F238E27FC236}">
                <a16:creationId xmlns:a16="http://schemas.microsoft.com/office/drawing/2014/main" id="{0F5F999C-FF8F-49FD-8575-A50C0300C4F5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11413507" y="6356358"/>
            <a:ext cx="559119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bg1">
                    <a:lumMod val="95000"/>
                  </a:schemeClr>
                </a:solidFill>
              </a:defRPr>
            </a:lvl1pPr>
          </a:lstStyle>
          <a:p>
            <a:fld id="{52DCC5B9-D646-4B76-891F-6FF4E74E9CB4}" type="slidenum">
              <a:rPr lang="ru-RU" smtClean="0"/>
              <a:pPr/>
              <a:t>‹#›</a:t>
            </a:fld>
            <a:endParaRPr lang="ru-RU" dirty="0"/>
          </a:p>
        </p:txBody>
      </p:sp>
      <p:sp>
        <p:nvSpPr>
          <p:cNvPr id="26" name="Заголовок 1">
            <a:extLst>
              <a:ext uri="{FF2B5EF4-FFF2-40B4-BE49-F238E27FC236}">
                <a16:creationId xmlns:a16="http://schemas.microsoft.com/office/drawing/2014/main" id="{55CB4C33-0A35-4822-B0EF-4E754699A138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367721" y="421226"/>
            <a:ext cx="9862734" cy="376138"/>
          </a:xfrm>
          <a:prstGeom prst="rect">
            <a:avLst/>
          </a:prstGeom>
        </p:spPr>
        <p:txBody>
          <a:bodyPr vert="horz" lIns="91440" tIns="45720" rIns="91440" bIns="45720" rtlCol="0" anchor="b" anchorCtr="0">
            <a:noAutofit/>
          </a:bodyPr>
          <a:lstStyle/>
          <a:p>
            <a:r>
              <a:rPr lang="ru-RU" dirty="0"/>
              <a:t>ОБРАЗЕЦ ЗАГОЛОВКА</a:t>
            </a:r>
          </a:p>
        </p:txBody>
      </p:sp>
      <p:sp>
        <p:nvSpPr>
          <p:cNvPr id="11" name="Текст 35">
            <a:extLst>
              <a:ext uri="{FF2B5EF4-FFF2-40B4-BE49-F238E27FC236}">
                <a16:creationId xmlns:a16="http://schemas.microsoft.com/office/drawing/2014/main" id="{B1350734-1D64-4861-9813-14C6593B8523}"/>
              </a:ext>
            </a:extLst>
          </p:cNvPr>
          <p:cNvSpPr>
            <a:spLocks noGrp="1"/>
          </p:cNvSpPr>
          <p:nvPr>
            <p:ph type="body" sz="quarter" idx="21"/>
          </p:nvPr>
        </p:nvSpPr>
        <p:spPr>
          <a:xfrm>
            <a:off x="6683077" y="1016000"/>
            <a:ext cx="4790314" cy="1021701"/>
          </a:xfrm>
          <a:prstGeom prst="roundRect">
            <a:avLst/>
          </a:prstGeom>
          <a:gradFill>
            <a:gsLst>
              <a:gs pos="0">
                <a:schemeClr val="accent1">
                  <a:lumMod val="5000"/>
                  <a:lumOff val="95000"/>
                  <a:alpha val="20000"/>
                </a:schemeClr>
              </a:gs>
              <a:gs pos="100000">
                <a:schemeClr val="bg1">
                  <a:alpha val="0"/>
                </a:schemeClr>
              </a:gs>
            </a:gsLst>
            <a:lin ang="5400000" scaled="1"/>
          </a:gradFill>
        </p:spPr>
        <p:txBody>
          <a:bodyPr>
            <a:noAutofit/>
          </a:bodyPr>
          <a:lstStyle>
            <a:lvl1pPr>
              <a:defRPr sz="1800" b="1">
                <a:solidFill>
                  <a:schemeClr val="accent1"/>
                </a:solidFill>
              </a:defRPr>
            </a:lvl1pPr>
          </a:lstStyle>
          <a:p>
            <a:pPr lvl="0"/>
            <a:r>
              <a:rPr lang="ru-RU" dirty="0"/>
              <a:t>Образец текста</a:t>
            </a:r>
          </a:p>
        </p:txBody>
      </p:sp>
      <p:sp>
        <p:nvSpPr>
          <p:cNvPr id="12" name="Текст 35">
            <a:extLst>
              <a:ext uri="{FF2B5EF4-FFF2-40B4-BE49-F238E27FC236}">
                <a16:creationId xmlns:a16="http://schemas.microsoft.com/office/drawing/2014/main" id="{010826A5-76AC-452C-9459-7CC1CCF22ED5}"/>
              </a:ext>
            </a:extLst>
          </p:cNvPr>
          <p:cNvSpPr>
            <a:spLocks noGrp="1"/>
          </p:cNvSpPr>
          <p:nvPr>
            <p:ph type="body" sz="quarter" idx="18"/>
          </p:nvPr>
        </p:nvSpPr>
        <p:spPr>
          <a:xfrm>
            <a:off x="6683077" y="1395537"/>
            <a:ext cx="4790314" cy="642164"/>
          </a:xfrm>
          <a:prstGeom prst="rect">
            <a:avLst/>
          </a:prstGeom>
        </p:spPr>
        <p:txBody>
          <a:bodyPr>
            <a:normAutofit/>
          </a:bodyPr>
          <a:lstStyle>
            <a:lvl1pPr>
              <a:defRPr sz="1400"/>
            </a:lvl1pPr>
          </a:lstStyle>
          <a:p>
            <a:pPr lvl="0"/>
            <a:r>
              <a:rPr lang="ru-RU" dirty="0"/>
              <a:t>Образец текста</a:t>
            </a:r>
          </a:p>
        </p:txBody>
      </p:sp>
      <p:sp>
        <p:nvSpPr>
          <p:cNvPr id="14" name="Текст 35">
            <a:extLst>
              <a:ext uri="{FF2B5EF4-FFF2-40B4-BE49-F238E27FC236}">
                <a16:creationId xmlns:a16="http://schemas.microsoft.com/office/drawing/2014/main" id="{C694E912-AC3F-437A-90AD-A48291DCE9BD}"/>
              </a:ext>
            </a:extLst>
          </p:cNvPr>
          <p:cNvSpPr>
            <a:spLocks noGrp="1"/>
          </p:cNvSpPr>
          <p:nvPr>
            <p:ph type="body" sz="quarter" idx="22"/>
          </p:nvPr>
        </p:nvSpPr>
        <p:spPr>
          <a:xfrm>
            <a:off x="6683077" y="2284561"/>
            <a:ext cx="4790314" cy="1021701"/>
          </a:xfrm>
          <a:prstGeom prst="roundRect">
            <a:avLst/>
          </a:prstGeom>
          <a:gradFill>
            <a:gsLst>
              <a:gs pos="0">
                <a:schemeClr val="accent1">
                  <a:lumMod val="5000"/>
                  <a:lumOff val="95000"/>
                  <a:alpha val="20000"/>
                </a:schemeClr>
              </a:gs>
              <a:gs pos="100000">
                <a:schemeClr val="bg1">
                  <a:alpha val="0"/>
                </a:schemeClr>
              </a:gs>
            </a:gsLst>
            <a:lin ang="5400000" scaled="1"/>
          </a:gradFill>
        </p:spPr>
        <p:txBody>
          <a:bodyPr>
            <a:noAutofit/>
          </a:bodyPr>
          <a:lstStyle>
            <a:lvl1pPr>
              <a:defRPr sz="1800" b="1">
                <a:solidFill>
                  <a:schemeClr val="accent5">
                    <a:lumMod val="60000"/>
                    <a:lumOff val="40000"/>
                  </a:schemeClr>
                </a:solidFill>
              </a:defRPr>
            </a:lvl1pPr>
          </a:lstStyle>
          <a:p>
            <a:pPr lvl="0"/>
            <a:r>
              <a:rPr lang="ru-RU" dirty="0"/>
              <a:t>Образец текста</a:t>
            </a:r>
          </a:p>
        </p:txBody>
      </p:sp>
      <p:sp>
        <p:nvSpPr>
          <p:cNvPr id="15" name="Текст 35">
            <a:extLst>
              <a:ext uri="{FF2B5EF4-FFF2-40B4-BE49-F238E27FC236}">
                <a16:creationId xmlns:a16="http://schemas.microsoft.com/office/drawing/2014/main" id="{DE78EAF0-6854-4E73-A48A-917C1A86C3F4}"/>
              </a:ext>
            </a:extLst>
          </p:cNvPr>
          <p:cNvSpPr>
            <a:spLocks noGrp="1"/>
          </p:cNvSpPr>
          <p:nvPr>
            <p:ph type="body" sz="quarter" idx="23"/>
          </p:nvPr>
        </p:nvSpPr>
        <p:spPr>
          <a:xfrm>
            <a:off x="6683077" y="2664098"/>
            <a:ext cx="4790314" cy="642164"/>
          </a:xfrm>
          <a:prstGeom prst="rect">
            <a:avLst/>
          </a:prstGeom>
        </p:spPr>
        <p:txBody>
          <a:bodyPr>
            <a:normAutofit/>
          </a:bodyPr>
          <a:lstStyle>
            <a:lvl1pPr>
              <a:defRPr sz="1400"/>
            </a:lvl1pPr>
          </a:lstStyle>
          <a:p>
            <a:pPr lvl="0"/>
            <a:r>
              <a:rPr lang="ru-RU" dirty="0"/>
              <a:t>Образец текста</a:t>
            </a:r>
          </a:p>
        </p:txBody>
      </p:sp>
      <p:sp>
        <p:nvSpPr>
          <p:cNvPr id="16" name="Текст 35">
            <a:extLst>
              <a:ext uri="{FF2B5EF4-FFF2-40B4-BE49-F238E27FC236}">
                <a16:creationId xmlns:a16="http://schemas.microsoft.com/office/drawing/2014/main" id="{72D68DD9-6181-4C35-909B-154E5E309C97}"/>
              </a:ext>
            </a:extLst>
          </p:cNvPr>
          <p:cNvSpPr>
            <a:spLocks noGrp="1"/>
          </p:cNvSpPr>
          <p:nvPr>
            <p:ph type="body" sz="quarter" idx="24"/>
          </p:nvPr>
        </p:nvSpPr>
        <p:spPr>
          <a:xfrm>
            <a:off x="6683077" y="3553122"/>
            <a:ext cx="4790314" cy="1021701"/>
          </a:xfrm>
          <a:prstGeom prst="roundRect">
            <a:avLst/>
          </a:prstGeom>
          <a:gradFill>
            <a:gsLst>
              <a:gs pos="0">
                <a:schemeClr val="accent1">
                  <a:lumMod val="5000"/>
                  <a:lumOff val="95000"/>
                  <a:alpha val="20000"/>
                </a:schemeClr>
              </a:gs>
              <a:gs pos="100000">
                <a:schemeClr val="bg1">
                  <a:alpha val="0"/>
                </a:schemeClr>
              </a:gs>
            </a:gsLst>
            <a:lin ang="5400000" scaled="1"/>
          </a:gradFill>
        </p:spPr>
        <p:txBody>
          <a:bodyPr>
            <a:noAutofit/>
          </a:bodyPr>
          <a:lstStyle>
            <a:lvl1pPr>
              <a:defRPr sz="1800" b="1">
                <a:solidFill>
                  <a:schemeClr val="accent4"/>
                </a:solidFill>
              </a:defRPr>
            </a:lvl1pPr>
          </a:lstStyle>
          <a:p>
            <a:pPr lvl="0"/>
            <a:r>
              <a:rPr lang="ru-RU" dirty="0"/>
              <a:t>Образец текста</a:t>
            </a:r>
          </a:p>
        </p:txBody>
      </p:sp>
      <p:sp>
        <p:nvSpPr>
          <p:cNvPr id="17" name="Текст 35">
            <a:extLst>
              <a:ext uri="{FF2B5EF4-FFF2-40B4-BE49-F238E27FC236}">
                <a16:creationId xmlns:a16="http://schemas.microsoft.com/office/drawing/2014/main" id="{7D5E34DD-827F-4597-BFDE-34D8830FB250}"/>
              </a:ext>
            </a:extLst>
          </p:cNvPr>
          <p:cNvSpPr>
            <a:spLocks noGrp="1"/>
          </p:cNvSpPr>
          <p:nvPr>
            <p:ph type="body" sz="quarter" idx="25"/>
          </p:nvPr>
        </p:nvSpPr>
        <p:spPr>
          <a:xfrm>
            <a:off x="6683077" y="3932659"/>
            <a:ext cx="4790314" cy="642164"/>
          </a:xfrm>
          <a:prstGeom prst="rect">
            <a:avLst/>
          </a:prstGeom>
        </p:spPr>
        <p:txBody>
          <a:bodyPr>
            <a:normAutofit/>
          </a:bodyPr>
          <a:lstStyle>
            <a:lvl1pPr>
              <a:defRPr sz="1400"/>
            </a:lvl1pPr>
          </a:lstStyle>
          <a:p>
            <a:pPr lvl="0"/>
            <a:r>
              <a:rPr lang="ru-RU" dirty="0"/>
              <a:t>Образец текста</a:t>
            </a:r>
          </a:p>
        </p:txBody>
      </p:sp>
      <p:sp>
        <p:nvSpPr>
          <p:cNvPr id="18" name="Текст 35">
            <a:extLst>
              <a:ext uri="{FF2B5EF4-FFF2-40B4-BE49-F238E27FC236}">
                <a16:creationId xmlns:a16="http://schemas.microsoft.com/office/drawing/2014/main" id="{6305AE9F-2B19-4EA1-A48B-435746C35E60}"/>
              </a:ext>
            </a:extLst>
          </p:cNvPr>
          <p:cNvSpPr>
            <a:spLocks noGrp="1"/>
          </p:cNvSpPr>
          <p:nvPr>
            <p:ph type="body" sz="quarter" idx="26"/>
          </p:nvPr>
        </p:nvSpPr>
        <p:spPr>
          <a:xfrm>
            <a:off x="6683077" y="4821684"/>
            <a:ext cx="4790314" cy="1021701"/>
          </a:xfrm>
          <a:prstGeom prst="roundRect">
            <a:avLst/>
          </a:prstGeom>
          <a:gradFill>
            <a:gsLst>
              <a:gs pos="0">
                <a:schemeClr val="accent1">
                  <a:lumMod val="5000"/>
                  <a:lumOff val="95000"/>
                  <a:alpha val="20000"/>
                </a:schemeClr>
              </a:gs>
              <a:gs pos="100000">
                <a:schemeClr val="bg1">
                  <a:alpha val="0"/>
                </a:schemeClr>
              </a:gs>
            </a:gsLst>
            <a:lin ang="5400000" scaled="1"/>
          </a:gradFill>
        </p:spPr>
        <p:txBody>
          <a:bodyPr>
            <a:noAutofit/>
          </a:bodyPr>
          <a:lstStyle>
            <a:lvl1pPr>
              <a:defRPr sz="1800" b="1">
                <a:solidFill>
                  <a:schemeClr val="accent2"/>
                </a:solidFill>
              </a:defRPr>
            </a:lvl1pPr>
          </a:lstStyle>
          <a:p>
            <a:pPr lvl="0"/>
            <a:r>
              <a:rPr lang="ru-RU" dirty="0"/>
              <a:t>Образец текста</a:t>
            </a:r>
          </a:p>
        </p:txBody>
      </p:sp>
      <p:sp>
        <p:nvSpPr>
          <p:cNvPr id="19" name="Текст 35">
            <a:extLst>
              <a:ext uri="{FF2B5EF4-FFF2-40B4-BE49-F238E27FC236}">
                <a16:creationId xmlns:a16="http://schemas.microsoft.com/office/drawing/2014/main" id="{CF9D9CFB-62B9-4CE0-8770-0CB398D99F7E}"/>
              </a:ext>
            </a:extLst>
          </p:cNvPr>
          <p:cNvSpPr>
            <a:spLocks noGrp="1"/>
          </p:cNvSpPr>
          <p:nvPr>
            <p:ph type="body" sz="quarter" idx="27"/>
          </p:nvPr>
        </p:nvSpPr>
        <p:spPr>
          <a:xfrm>
            <a:off x="6683077" y="5201221"/>
            <a:ext cx="4790314" cy="642164"/>
          </a:xfrm>
          <a:prstGeom prst="rect">
            <a:avLst/>
          </a:prstGeom>
        </p:spPr>
        <p:txBody>
          <a:bodyPr>
            <a:normAutofit/>
          </a:bodyPr>
          <a:lstStyle>
            <a:lvl1pPr>
              <a:defRPr sz="1400"/>
            </a:lvl1pPr>
          </a:lstStyle>
          <a:p>
            <a:pPr lvl="0"/>
            <a:r>
              <a:rPr lang="ru-RU" dirty="0"/>
              <a:t>Образец текста</a:t>
            </a:r>
          </a:p>
        </p:txBody>
      </p:sp>
    </p:spTree>
    <p:extLst>
      <p:ext uri="{BB962C8B-B14F-4D97-AF65-F5344CB8AC3E}">
        <p14:creationId xmlns:p14="http://schemas.microsoft.com/office/powerpoint/2010/main" val="33805881"/>
      </p:ext>
    </p:extLst>
  </p:cSld>
  <p:clrMapOvr>
    <a:masterClrMapping/>
  </p:clrMapOvr>
</p:sldLayout>
</file>

<file path=ppt/slideLayouts/slideLayout17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Стадии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Дата 3">
            <a:extLst>
              <a:ext uri="{FF2B5EF4-FFF2-40B4-BE49-F238E27FC236}">
                <a16:creationId xmlns:a16="http://schemas.microsoft.com/office/drawing/2014/main" id="{916B7A0B-21BC-45FE-AFF7-52F34B6D0F83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306390" y="6356362"/>
            <a:ext cx="1047663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760">
                <a:solidFill>
                  <a:schemeClr val="bg1">
                    <a:lumMod val="95000"/>
                  </a:schemeClr>
                </a:solidFill>
              </a:defRPr>
            </a:lvl1pPr>
          </a:lstStyle>
          <a:p>
            <a:fld id="{D52F0272-0FEA-44CE-966E-3D169B2F53D4}" type="datetime1">
              <a:rPr lang="ru-RU" smtClean="0"/>
              <a:t>02.10.2026</a:t>
            </a:fld>
            <a:endParaRPr lang="ru-RU"/>
          </a:p>
        </p:txBody>
      </p:sp>
      <p:sp>
        <p:nvSpPr>
          <p:cNvPr id="6" name="Нижний колонтитул 4">
            <a:extLst>
              <a:ext uri="{FF2B5EF4-FFF2-40B4-BE49-F238E27FC236}">
                <a16:creationId xmlns:a16="http://schemas.microsoft.com/office/drawing/2014/main" id="{6D393D3D-D368-4E15-8F2F-7A07229A98A8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1459571" y="6356362"/>
            <a:ext cx="9574782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760">
                <a:solidFill>
                  <a:schemeClr val="bg1">
                    <a:lumMod val="95000"/>
                  </a:schemeClr>
                </a:solidFill>
              </a:defRPr>
            </a:lvl1pPr>
          </a:lstStyle>
          <a:p>
            <a:endParaRPr lang="ru-RU"/>
          </a:p>
        </p:txBody>
      </p:sp>
      <p:sp>
        <p:nvSpPr>
          <p:cNvPr id="7" name="Номер слайда 5">
            <a:extLst>
              <a:ext uri="{FF2B5EF4-FFF2-40B4-BE49-F238E27FC236}">
                <a16:creationId xmlns:a16="http://schemas.microsoft.com/office/drawing/2014/main" id="{0F5F999C-FF8F-49FD-8575-A50C0300C4F5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11413507" y="6356358"/>
            <a:ext cx="559119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bg1">
                    <a:lumMod val="95000"/>
                  </a:schemeClr>
                </a:solidFill>
              </a:defRPr>
            </a:lvl1pPr>
          </a:lstStyle>
          <a:p>
            <a:fld id="{52DCC5B9-D646-4B76-891F-6FF4E74E9CB4}" type="slidenum">
              <a:rPr lang="ru-RU" smtClean="0"/>
              <a:pPr/>
              <a:t>‹#›</a:t>
            </a:fld>
            <a:endParaRPr lang="ru-RU" dirty="0"/>
          </a:p>
        </p:txBody>
      </p:sp>
      <p:sp>
        <p:nvSpPr>
          <p:cNvPr id="8" name="Текст 35">
            <a:extLst>
              <a:ext uri="{FF2B5EF4-FFF2-40B4-BE49-F238E27FC236}">
                <a16:creationId xmlns:a16="http://schemas.microsoft.com/office/drawing/2014/main" id="{BE583EE3-33C6-4FCC-9F56-28AB0B4FCAD9}"/>
              </a:ext>
            </a:extLst>
          </p:cNvPr>
          <p:cNvSpPr>
            <a:spLocks noGrp="1"/>
          </p:cNvSpPr>
          <p:nvPr>
            <p:ph type="body" sz="quarter" idx="26"/>
          </p:nvPr>
        </p:nvSpPr>
        <p:spPr>
          <a:xfrm>
            <a:off x="346075" y="1024937"/>
            <a:ext cx="2526079" cy="1476687"/>
          </a:xfrm>
          <a:prstGeom prst="roundRect">
            <a:avLst>
              <a:gd name="adj" fmla="val 15887"/>
            </a:avLst>
          </a:prstGeom>
          <a:gradFill>
            <a:gsLst>
              <a:gs pos="0">
                <a:schemeClr val="accent1">
                  <a:lumMod val="5000"/>
                  <a:lumOff val="95000"/>
                  <a:alpha val="20000"/>
                </a:schemeClr>
              </a:gs>
              <a:gs pos="100000">
                <a:schemeClr val="bg1">
                  <a:alpha val="0"/>
                </a:schemeClr>
              </a:gs>
            </a:gsLst>
            <a:lin ang="5400000" scaled="1"/>
          </a:gradFill>
        </p:spPr>
        <p:txBody>
          <a:bodyPr>
            <a:noAutofit/>
          </a:bodyPr>
          <a:lstStyle>
            <a:lvl1pPr>
              <a:defRPr sz="1600" b="1">
                <a:solidFill>
                  <a:schemeClr val="accent2"/>
                </a:solidFill>
              </a:defRPr>
            </a:lvl1pPr>
          </a:lstStyle>
          <a:p>
            <a:pPr lvl="0"/>
            <a:r>
              <a:rPr lang="ru-RU" dirty="0"/>
              <a:t>Образец текста</a:t>
            </a:r>
          </a:p>
        </p:txBody>
      </p:sp>
      <p:sp>
        <p:nvSpPr>
          <p:cNvPr id="9" name="Текст 35">
            <a:extLst>
              <a:ext uri="{FF2B5EF4-FFF2-40B4-BE49-F238E27FC236}">
                <a16:creationId xmlns:a16="http://schemas.microsoft.com/office/drawing/2014/main" id="{AFEBE25F-FFFE-4B9D-94E7-7A69C7B0D747}"/>
              </a:ext>
            </a:extLst>
          </p:cNvPr>
          <p:cNvSpPr>
            <a:spLocks noGrp="1"/>
          </p:cNvSpPr>
          <p:nvPr>
            <p:ph type="body" sz="quarter" idx="27"/>
          </p:nvPr>
        </p:nvSpPr>
        <p:spPr>
          <a:xfrm>
            <a:off x="346075" y="1380939"/>
            <a:ext cx="2526079" cy="1120685"/>
          </a:xfrm>
          <a:prstGeom prst="rect">
            <a:avLst/>
          </a:prstGeom>
        </p:spPr>
        <p:txBody>
          <a:bodyPr>
            <a:normAutofit/>
          </a:bodyPr>
          <a:lstStyle>
            <a:lvl1pPr>
              <a:defRPr sz="1400"/>
            </a:lvl1pPr>
          </a:lstStyle>
          <a:p>
            <a:pPr lvl="0"/>
            <a:r>
              <a:rPr lang="ru-RU" dirty="0"/>
              <a:t>Образец текста</a:t>
            </a:r>
          </a:p>
        </p:txBody>
      </p:sp>
      <p:sp>
        <p:nvSpPr>
          <p:cNvPr id="72" name="Текст 35">
            <a:extLst>
              <a:ext uri="{FF2B5EF4-FFF2-40B4-BE49-F238E27FC236}">
                <a16:creationId xmlns:a16="http://schemas.microsoft.com/office/drawing/2014/main" id="{3E63DE62-DFB7-44A9-A85D-B687FAE797DC}"/>
              </a:ext>
            </a:extLst>
          </p:cNvPr>
          <p:cNvSpPr>
            <a:spLocks noGrp="1"/>
          </p:cNvSpPr>
          <p:nvPr>
            <p:ph type="body" sz="quarter" idx="28"/>
          </p:nvPr>
        </p:nvSpPr>
        <p:spPr>
          <a:xfrm>
            <a:off x="4832960" y="1024937"/>
            <a:ext cx="2526079" cy="1476687"/>
          </a:xfrm>
          <a:prstGeom prst="roundRect">
            <a:avLst>
              <a:gd name="adj" fmla="val 15887"/>
            </a:avLst>
          </a:prstGeom>
          <a:gradFill>
            <a:gsLst>
              <a:gs pos="0">
                <a:schemeClr val="accent1">
                  <a:lumMod val="5000"/>
                  <a:lumOff val="95000"/>
                  <a:alpha val="20000"/>
                </a:schemeClr>
              </a:gs>
              <a:gs pos="100000">
                <a:schemeClr val="bg1">
                  <a:alpha val="0"/>
                </a:schemeClr>
              </a:gs>
            </a:gsLst>
            <a:lin ang="5400000" scaled="1"/>
          </a:gradFill>
        </p:spPr>
        <p:txBody>
          <a:bodyPr>
            <a:noAutofit/>
          </a:bodyPr>
          <a:lstStyle>
            <a:lvl1pPr>
              <a:defRPr sz="1600" b="1">
                <a:solidFill>
                  <a:schemeClr val="accent2"/>
                </a:solidFill>
              </a:defRPr>
            </a:lvl1pPr>
          </a:lstStyle>
          <a:p>
            <a:pPr lvl="0"/>
            <a:r>
              <a:rPr lang="ru-RU" dirty="0"/>
              <a:t>Образец текста</a:t>
            </a:r>
          </a:p>
        </p:txBody>
      </p:sp>
      <p:sp>
        <p:nvSpPr>
          <p:cNvPr id="73" name="Текст 35">
            <a:extLst>
              <a:ext uri="{FF2B5EF4-FFF2-40B4-BE49-F238E27FC236}">
                <a16:creationId xmlns:a16="http://schemas.microsoft.com/office/drawing/2014/main" id="{65791B9B-D32F-4C66-AD0A-B1F3CB6B2B21}"/>
              </a:ext>
            </a:extLst>
          </p:cNvPr>
          <p:cNvSpPr>
            <a:spLocks noGrp="1"/>
          </p:cNvSpPr>
          <p:nvPr>
            <p:ph type="body" sz="quarter" idx="29"/>
          </p:nvPr>
        </p:nvSpPr>
        <p:spPr>
          <a:xfrm>
            <a:off x="4832960" y="1380939"/>
            <a:ext cx="2526079" cy="1120685"/>
          </a:xfrm>
          <a:prstGeom prst="rect">
            <a:avLst/>
          </a:prstGeom>
        </p:spPr>
        <p:txBody>
          <a:bodyPr>
            <a:normAutofit/>
          </a:bodyPr>
          <a:lstStyle>
            <a:lvl1pPr>
              <a:defRPr sz="1400"/>
            </a:lvl1pPr>
          </a:lstStyle>
          <a:p>
            <a:pPr lvl="0"/>
            <a:r>
              <a:rPr lang="ru-RU" dirty="0"/>
              <a:t>Образец текста</a:t>
            </a:r>
          </a:p>
        </p:txBody>
      </p:sp>
      <p:sp>
        <p:nvSpPr>
          <p:cNvPr id="74" name="Текст 35">
            <a:extLst>
              <a:ext uri="{FF2B5EF4-FFF2-40B4-BE49-F238E27FC236}">
                <a16:creationId xmlns:a16="http://schemas.microsoft.com/office/drawing/2014/main" id="{3052024B-27A5-4D0B-A7E7-5161FB0ED379}"/>
              </a:ext>
            </a:extLst>
          </p:cNvPr>
          <p:cNvSpPr>
            <a:spLocks noGrp="1"/>
          </p:cNvSpPr>
          <p:nvPr>
            <p:ph type="body" sz="quarter" idx="30"/>
          </p:nvPr>
        </p:nvSpPr>
        <p:spPr>
          <a:xfrm>
            <a:off x="9330862" y="1024937"/>
            <a:ext cx="2526079" cy="1476687"/>
          </a:xfrm>
          <a:prstGeom prst="roundRect">
            <a:avLst>
              <a:gd name="adj" fmla="val 15887"/>
            </a:avLst>
          </a:prstGeom>
          <a:gradFill>
            <a:gsLst>
              <a:gs pos="0">
                <a:schemeClr val="accent1">
                  <a:lumMod val="5000"/>
                  <a:lumOff val="95000"/>
                  <a:alpha val="20000"/>
                </a:schemeClr>
              </a:gs>
              <a:gs pos="100000">
                <a:schemeClr val="bg1">
                  <a:alpha val="0"/>
                </a:schemeClr>
              </a:gs>
            </a:gsLst>
            <a:lin ang="5400000" scaled="1"/>
          </a:gradFill>
        </p:spPr>
        <p:txBody>
          <a:bodyPr>
            <a:noAutofit/>
          </a:bodyPr>
          <a:lstStyle>
            <a:lvl1pPr>
              <a:defRPr sz="1600" b="1">
                <a:solidFill>
                  <a:schemeClr val="accent2"/>
                </a:solidFill>
              </a:defRPr>
            </a:lvl1pPr>
          </a:lstStyle>
          <a:p>
            <a:pPr lvl="0"/>
            <a:r>
              <a:rPr lang="ru-RU" dirty="0"/>
              <a:t>Образец текста</a:t>
            </a:r>
          </a:p>
        </p:txBody>
      </p:sp>
      <p:sp>
        <p:nvSpPr>
          <p:cNvPr id="75" name="Текст 35">
            <a:extLst>
              <a:ext uri="{FF2B5EF4-FFF2-40B4-BE49-F238E27FC236}">
                <a16:creationId xmlns:a16="http://schemas.microsoft.com/office/drawing/2014/main" id="{9DFC47B0-ECC1-49CE-99A3-DC05480669A7}"/>
              </a:ext>
            </a:extLst>
          </p:cNvPr>
          <p:cNvSpPr>
            <a:spLocks noGrp="1"/>
          </p:cNvSpPr>
          <p:nvPr>
            <p:ph type="body" sz="quarter" idx="31"/>
          </p:nvPr>
        </p:nvSpPr>
        <p:spPr>
          <a:xfrm>
            <a:off x="9330862" y="1380939"/>
            <a:ext cx="2526079" cy="1120685"/>
          </a:xfrm>
          <a:prstGeom prst="rect">
            <a:avLst/>
          </a:prstGeom>
        </p:spPr>
        <p:txBody>
          <a:bodyPr>
            <a:normAutofit/>
          </a:bodyPr>
          <a:lstStyle>
            <a:lvl1pPr>
              <a:defRPr sz="1400"/>
            </a:lvl1pPr>
          </a:lstStyle>
          <a:p>
            <a:pPr lvl="0"/>
            <a:r>
              <a:rPr lang="ru-RU" dirty="0"/>
              <a:t>Образец текста</a:t>
            </a:r>
          </a:p>
        </p:txBody>
      </p:sp>
      <p:sp>
        <p:nvSpPr>
          <p:cNvPr id="76" name="Текст 35">
            <a:extLst>
              <a:ext uri="{FF2B5EF4-FFF2-40B4-BE49-F238E27FC236}">
                <a16:creationId xmlns:a16="http://schemas.microsoft.com/office/drawing/2014/main" id="{3B86BD35-3919-4E07-B138-AAF7CFF7DF02}"/>
              </a:ext>
            </a:extLst>
          </p:cNvPr>
          <p:cNvSpPr>
            <a:spLocks noGrp="1"/>
          </p:cNvSpPr>
          <p:nvPr>
            <p:ph type="body" sz="quarter" idx="32"/>
          </p:nvPr>
        </p:nvSpPr>
        <p:spPr>
          <a:xfrm>
            <a:off x="2593517" y="4358152"/>
            <a:ext cx="2526079" cy="1476687"/>
          </a:xfrm>
          <a:prstGeom prst="roundRect">
            <a:avLst>
              <a:gd name="adj" fmla="val 15887"/>
            </a:avLst>
          </a:prstGeom>
          <a:gradFill>
            <a:gsLst>
              <a:gs pos="0">
                <a:schemeClr val="accent1">
                  <a:lumMod val="5000"/>
                  <a:lumOff val="95000"/>
                  <a:alpha val="20000"/>
                </a:schemeClr>
              </a:gs>
              <a:gs pos="100000">
                <a:schemeClr val="bg1">
                  <a:alpha val="0"/>
                </a:schemeClr>
              </a:gs>
            </a:gsLst>
            <a:lin ang="5400000" scaled="1"/>
          </a:gradFill>
        </p:spPr>
        <p:txBody>
          <a:bodyPr>
            <a:noAutofit/>
          </a:bodyPr>
          <a:lstStyle>
            <a:lvl1pPr>
              <a:defRPr sz="1600" b="1">
                <a:solidFill>
                  <a:schemeClr val="accent2"/>
                </a:solidFill>
              </a:defRPr>
            </a:lvl1pPr>
          </a:lstStyle>
          <a:p>
            <a:pPr lvl="0"/>
            <a:r>
              <a:rPr lang="ru-RU" dirty="0"/>
              <a:t>Образец текста</a:t>
            </a:r>
          </a:p>
        </p:txBody>
      </p:sp>
      <p:sp>
        <p:nvSpPr>
          <p:cNvPr id="77" name="Текст 35">
            <a:extLst>
              <a:ext uri="{FF2B5EF4-FFF2-40B4-BE49-F238E27FC236}">
                <a16:creationId xmlns:a16="http://schemas.microsoft.com/office/drawing/2014/main" id="{10D94F19-5929-4A71-8C96-769ED6DD0BAE}"/>
              </a:ext>
            </a:extLst>
          </p:cNvPr>
          <p:cNvSpPr>
            <a:spLocks noGrp="1"/>
          </p:cNvSpPr>
          <p:nvPr>
            <p:ph type="body" sz="quarter" idx="33"/>
          </p:nvPr>
        </p:nvSpPr>
        <p:spPr>
          <a:xfrm>
            <a:off x="2593517" y="4714154"/>
            <a:ext cx="2526079" cy="1120685"/>
          </a:xfrm>
          <a:prstGeom prst="rect">
            <a:avLst/>
          </a:prstGeom>
        </p:spPr>
        <p:txBody>
          <a:bodyPr>
            <a:normAutofit/>
          </a:bodyPr>
          <a:lstStyle>
            <a:lvl1pPr>
              <a:defRPr sz="1400"/>
            </a:lvl1pPr>
          </a:lstStyle>
          <a:p>
            <a:pPr lvl="0"/>
            <a:r>
              <a:rPr lang="ru-RU" dirty="0"/>
              <a:t>Образец текста</a:t>
            </a:r>
          </a:p>
        </p:txBody>
      </p:sp>
      <p:sp>
        <p:nvSpPr>
          <p:cNvPr id="78" name="Текст 35">
            <a:extLst>
              <a:ext uri="{FF2B5EF4-FFF2-40B4-BE49-F238E27FC236}">
                <a16:creationId xmlns:a16="http://schemas.microsoft.com/office/drawing/2014/main" id="{D84303F2-08F5-497F-BC9B-59F70995863F}"/>
              </a:ext>
            </a:extLst>
          </p:cNvPr>
          <p:cNvSpPr>
            <a:spLocks noGrp="1"/>
          </p:cNvSpPr>
          <p:nvPr>
            <p:ph type="body" sz="quarter" idx="34"/>
          </p:nvPr>
        </p:nvSpPr>
        <p:spPr>
          <a:xfrm>
            <a:off x="7080402" y="4358152"/>
            <a:ext cx="2526079" cy="1476687"/>
          </a:xfrm>
          <a:prstGeom prst="roundRect">
            <a:avLst>
              <a:gd name="adj" fmla="val 15887"/>
            </a:avLst>
          </a:prstGeom>
          <a:gradFill>
            <a:gsLst>
              <a:gs pos="0">
                <a:schemeClr val="accent1">
                  <a:lumMod val="5000"/>
                  <a:lumOff val="95000"/>
                  <a:alpha val="20000"/>
                </a:schemeClr>
              </a:gs>
              <a:gs pos="100000">
                <a:schemeClr val="bg1">
                  <a:alpha val="0"/>
                </a:schemeClr>
              </a:gs>
            </a:gsLst>
            <a:lin ang="5400000" scaled="1"/>
          </a:gradFill>
        </p:spPr>
        <p:txBody>
          <a:bodyPr>
            <a:noAutofit/>
          </a:bodyPr>
          <a:lstStyle>
            <a:lvl1pPr>
              <a:defRPr sz="1600" b="1">
                <a:solidFill>
                  <a:schemeClr val="accent2"/>
                </a:solidFill>
              </a:defRPr>
            </a:lvl1pPr>
          </a:lstStyle>
          <a:p>
            <a:pPr lvl="0"/>
            <a:r>
              <a:rPr lang="ru-RU" dirty="0"/>
              <a:t>Образец текста</a:t>
            </a:r>
          </a:p>
        </p:txBody>
      </p:sp>
      <p:sp>
        <p:nvSpPr>
          <p:cNvPr id="79" name="Текст 35">
            <a:extLst>
              <a:ext uri="{FF2B5EF4-FFF2-40B4-BE49-F238E27FC236}">
                <a16:creationId xmlns:a16="http://schemas.microsoft.com/office/drawing/2014/main" id="{EA5C32CD-4539-4313-8B67-943CB8F5EBD9}"/>
              </a:ext>
            </a:extLst>
          </p:cNvPr>
          <p:cNvSpPr>
            <a:spLocks noGrp="1"/>
          </p:cNvSpPr>
          <p:nvPr>
            <p:ph type="body" sz="quarter" idx="35"/>
          </p:nvPr>
        </p:nvSpPr>
        <p:spPr>
          <a:xfrm>
            <a:off x="7080402" y="4714154"/>
            <a:ext cx="2526079" cy="1120685"/>
          </a:xfrm>
          <a:prstGeom prst="rect">
            <a:avLst/>
          </a:prstGeom>
        </p:spPr>
        <p:txBody>
          <a:bodyPr>
            <a:normAutofit/>
          </a:bodyPr>
          <a:lstStyle>
            <a:lvl1pPr>
              <a:defRPr sz="1400"/>
            </a:lvl1pPr>
          </a:lstStyle>
          <a:p>
            <a:pPr lvl="0"/>
            <a:r>
              <a:rPr lang="ru-RU" dirty="0"/>
              <a:t>Образец текста</a:t>
            </a:r>
          </a:p>
        </p:txBody>
      </p:sp>
      <p:sp>
        <p:nvSpPr>
          <p:cNvPr id="100" name="Заголовок 1">
            <a:extLst>
              <a:ext uri="{FF2B5EF4-FFF2-40B4-BE49-F238E27FC236}">
                <a16:creationId xmlns:a16="http://schemas.microsoft.com/office/drawing/2014/main" id="{6641864C-9659-45A2-A61F-BB1A3067B16A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384256" y="421226"/>
            <a:ext cx="9862734" cy="376138"/>
          </a:xfrm>
          <a:prstGeom prst="rect">
            <a:avLst/>
          </a:prstGeom>
        </p:spPr>
        <p:txBody>
          <a:bodyPr vert="horz" lIns="91440" tIns="45720" rIns="91440" bIns="45720" rtlCol="0" anchor="b" anchorCtr="0">
            <a:noAutofit/>
          </a:bodyPr>
          <a:lstStyle/>
          <a:p>
            <a:r>
              <a:rPr lang="ru-RU" dirty="0"/>
              <a:t>ОБРАЗЕЦ ЗАГОЛОВКА</a:t>
            </a:r>
          </a:p>
        </p:txBody>
      </p:sp>
    </p:spTree>
    <p:extLst>
      <p:ext uri="{BB962C8B-B14F-4D97-AF65-F5344CB8AC3E}">
        <p14:creationId xmlns:p14="http://schemas.microsoft.com/office/powerpoint/2010/main" val="3559117993"/>
      </p:ext>
    </p:extLst>
  </p:cSld>
  <p:clrMapOvr>
    <a:masterClrMapping/>
  </p:clrMapOvr>
</p:sldLayout>
</file>

<file path=ppt/slideLayouts/slideLayout18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Проблема и решение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Дата 3">
            <a:extLst>
              <a:ext uri="{FF2B5EF4-FFF2-40B4-BE49-F238E27FC236}">
                <a16:creationId xmlns:a16="http://schemas.microsoft.com/office/drawing/2014/main" id="{916B7A0B-21BC-45FE-AFF7-52F34B6D0F83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306390" y="6356362"/>
            <a:ext cx="1047663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760">
                <a:solidFill>
                  <a:schemeClr val="bg1">
                    <a:lumMod val="95000"/>
                  </a:schemeClr>
                </a:solidFill>
              </a:defRPr>
            </a:lvl1pPr>
          </a:lstStyle>
          <a:p>
            <a:fld id="{062B0DBE-B5A9-470E-85A9-7CC062D5339A}" type="datetime1">
              <a:rPr lang="ru-RU" smtClean="0"/>
              <a:t>02.10.2026</a:t>
            </a:fld>
            <a:endParaRPr lang="ru-RU"/>
          </a:p>
        </p:txBody>
      </p:sp>
      <p:sp>
        <p:nvSpPr>
          <p:cNvPr id="6" name="Нижний колонтитул 4">
            <a:extLst>
              <a:ext uri="{FF2B5EF4-FFF2-40B4-BE49-F238E27FC236}">
                <a16:creationId xmlns:a16="http://schemas.microsoft.com/office/drawing/2014/main" id="{6D393D3D-D368-4E15-8F2F-7A07229A98A8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1459571" y="6356362"/>
            <a:ext cx="9574782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760">
                <a:solidFill>
                  <a:schemeClr val="bg1">
                    <a:lumMod val="95000"/>
                  </a:schemeClr>
                </a:solidFill>
              </a:defRPr>
            </a:lvl1pPr>
          </a:lstStyle>
          <a:p>
            <a:endParaRPr lang="ru-RU"/>
          </a:p>
        </p:txBody>
      </p:sp>
      <p:sp>
        <p:nvSpPr>
          <p:cNvPr id="7" name="Номер слайда 5">
            <a:extLst>
              <a:ext uri="{FF2B5EF4-FFF2-40B4-BE49-F238E27FC236}">
                <a16:creationId xmlns:a16="http://schemas.microsoft.com/office/drawing/2014/main" id="{0F5F999C-FF8F-49FD-8575-A50C0300C4F5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11413507" y="6356358"/>
            <a:ext cx="559119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bg1">
                    <a:lumMod val="95000"/>
                  </a:schemeClr>
                </a:solidFill>
              </a:defRPr>
            </a:lvl1pPr>
          </a:lstStyle>
          <a:p>
            <a:fld id="{52DCC5B9-D646-4B76-891F-6FF4E74E9CB4}" type="slidenum">
              <a:rPr lang="ru-RU" smtClean="0"/>
              <a:pPr/>
              <a:t>‹#›</a:t>
            </a:fld>
            <a:endParaRPr lang="ru-RU" dirty="0"/>
          </a:p>
        </p:txBody>
      </p:sp>
      <p:sp>
        <p:nvSpPr>
          <p:cNvPr id="100" name="Заголовок 1">
            <a:extLst>
              <a:ext uri="{FF2B5EF4-FFF2-40B4-BE49-F238E27FC236}">
                <a16:creationId xmlns:a16="http://schemas.microsoft.com/office/drawing/2014/main" id="{6641864C-9659-45A2-A61F-BB1A3067B16A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357650" y="421226"/>
            <a:ext cx="9862734" cy="376138"/>
          </a:xfrm>
          <a:prstGeom prst="rect">
            <a:avLst/>
          </a:prstGeom>
        </p:spPr>
        <p:txBody>
          <a:bodyPr vert="horz" lIns="91440" tIns="45720" rIns="91440" bIns="45720" rtlCol="0" anchor="b" anchorCtr="0">
            <a:noAutofit/>
          </a:bodyPr>
          <a:lstStyle/>
          <a:p>
            <a:r>
              <a:rPr lang="ru-RU" dirty="0"/>
              <a:t>ОБРАЗЕЦ ЗАГОЛОВКА</a:t>
            </a:r>
          </a:p>
        </p:txBody>
      </p:sp>
      <p:sp>
        <p:nvSpPr>
          <p:cNvPr id="130" name="Текст 35">
            <a:extLst>
              <a:ext uri="{FF2B5EF4-FFF2-40B4-BE49-F238E27FC236}">
                <a16:creationId xmlns:a16="http://schemas.microsoft.com/office/drawing/2014/main" id="{2FAEFDC9-8968-4F3D-8F8F-5591D6F30FE0}"/>
              </a:ext>
            </a:extLst>
          </p:cNvPr>
          <p:cNvSpPr>
            <a:spLocks noGrp="1"/>
          </p:cNvSpPr>
          <p:nvPr>
            <p:ph type="body" sz="quarter" idx="26" hasCustomPrompt="1"/>
          </p:nvPr>
        </p:nvSpPr>
        <p:spPr>
          <a:xfrm>
            <a:off x="517027" y="3810175"/>
            <a:ext cx="3264113" cy="2375115"/>
          </a:xfrm>
          <a:prstGeom prst="roundRect">
            <a:avLst>
              <a:gd name="adj" fmla="val 10167"/>
            </a:avLst>
          </a:prstGeom>
          <a:gradFill>
            <a:gsLst>
              <a:gs pos="0">
                <a:schemeClr val="accent1">
                  <a:lumMod val="5000"/>
                  <a:lumOff val="95000"/>
                  <a:alpha val="20000"/>
                </a:schemeClr>
              </a:gs>
              <a:gs pos="49000">
                <a:schemeClr val="bg1">
                  <a:alpha val="0"/>
                </a:schemeClr>
              </a:gs>
            </a:gsLst>
            <a:lin ang="5400000" scaled="1"/>
          </a:gradFill>
        </p:spPr>
        <p:txBody>
          <a:bodyPr>
            <a:noAutofit/>
          </a:bodyPr>
          <a:lstStyle>
            <a:lvl1pPr marL="0" indent="0">
              <a:buNone/>
              <a:defRPr sz="1400" b="0">
                <a:solidFill>
                  <a:schemeClr val="bg1"/>
                </a:solidFill>
              </a:defRPr>
            </a:lvl1pPr>
          </a:lstStyle>
          <a:p>
            <a:pPr lvl="0"/>
            <a:r>
              <a:rPr lang="ru-RU" dirty="0"/>
              <a:t>Описание проблемы </a:t>
            </a:r>
          </a:p>
        </p:txBody>
      </p:sp>
      <p:sp>
        <p:nvSpPr>
          <p:cNvPr id="152" name="Текст 35">
            <a:extLst>
              <a:ext uri="{FF2B5EF4-FFF2-40B4-BE49-F238E27FC236}">
                <a16:creationId xmlns:a16="http://schemas.microsoft.com/office/drawing/2014/main" id="{A7C77525-23F2-401E-A901-0374D8239BBC}"/>
              </a:ext>
            </a:extLst>
          </p:cNvPr>
          <p:cNvSpPr>
            <a:spLocks noGrp="1"/>
          </p:cNvSpPr>
          <p:nvPr>
            <p:ph type="body" sz="quarter" idx="31" hasCustomPrompt="1"/>
          </p:nvPr>
        </p:nvSpPr>
        <p:spPr>
          <a:xfrm>
            <a:off x="4464542" y="3810175"/>
            <a:ext cx="3264113" cy="2375115"/>
          </a:xfrm>
          <a:prstGeom prst="roundRect">
            <a:avLst>
              <a:gd name="adj" fmla="val 10167"/>
            </a:avLst>
          </a:prstGeom>
          <a:gradFill>
            <a:gsLst>
              <a:gs pos="0">
                <a:schemeClr val="accent1">
                  <a:lumMod val="5000"/>
                  <a:lumOff val="95000"/>
                  <a:alpha val="20000"/>
                </a:schemeClr>
              </a:gs>
              <a:gs pos="49000">
                <a:schemeClr val="bg1">
                  <a:alpha val="0"/>
                </a:schemeClr>
              </a:gs>
            </a:gsLst>
            <a:lin ang="5400000" scaled="1"/>
          </a:gradFill>
        </p:spPr>
        <p:txBody>
          <a:bodyPr>
            <a:noAutofit/>
          </a:bodyPr>
          <a:lstStyle>
            <a:lvl1pPr marL="0" indent="0">
              <a:buNone/>
              <a:defRPr sz="1400" b="0">
                <a:solidFill>
                  <a:schemeClr val="bg1"/>
                </a:solidFill>
              </a:defRPr>
            </a:lvl1pPr>
          </a:lstStyle>
          <a:p>
            <a:pPr lvl="0"/>
            <a:r>
              <a:rPr lang="ru-RU" dirty="0"/>
              <a:t>Примеры уже имеющихся способов решения данной проблемы</a:t>
            </a:r>
          </a:p>
        </p:txBody>
      </p:sp>
      <p:sp>
        <p:nvSpPr>
          <p:cNvPr id="153" name="Текст 35">
            <a:extLst>
              <a:ext uri="{FF2B5EF4-FFF2-40B4-BE49-F238E27FC236}">
                <a16:creationId xmlns:a16="http://schemas.microsoft.com/office/drawing/2014/main" id="{D2F4E226-3842-4532-A60F-4E8C02DAD6DC}"/>
              </a:ext>
            </a:extLst>
          </p:cNvPr>
          <p:cNvSpPr>
            <a:spLocks noGrp="1"/>
          </p:cNvSpPr>
          <p:nvPr>
            <p:ph type="body" sz="quarter" idx="32" hasCustomPrompt="1"/>
          </p:nvPr>
        </p:nvSpPr>
        <p:spPr>
          <a:xfrm>
            <a:off x="8385481" y="3810175"/>
            <a:ext cx="3264113" cy="2375115"/>
          </a:xfrm>
          <a:prstGeom prst="roundRect">
            <a:avLst>
              <a:gd name="adj" fmla="val 10167"/>
            </a:avLst>
          </a:prstGeom>
          <a:gradFill>
            <a:gsLst>
              <a:gs pos="0">
                <a:schemeClr val="accent1">
                  <a:lumMod val="5000"/>
                  <a:lumOff val="95000"/>
                  <a:alpha val="20000"/>
                </a:schemeClr>
              </a:gs>
              <a:gs pos="49000">
                <a:schemeClr val="bg1">
                  <a:alpha val="0"/>
                </a:schemeClr>
              </a:gs>
            </a:gsLst>
            <a:lin ang="5400000" scaled="1"/>
          </a:gradFill>
        </p:spPr>
        <p:txBody>
          <a:bodyPr>
            <a:noAutofit/>
          </a:bodyPr>
          <a:lstStyle>
            <a:lvl1pPr marL="0" indent="0">
              <a:buNone/>
              <a:defRPr sz="1400" b="0">
                <a:solidFill>
                  <a:schemeClr val="bg1"/>
                </a:solidFill>
              </a:defRPr>
            </a:lvl1pPr>
          </a:lstStyle>
          <a:p>
            <a:pPr lvl="0"/>
            <a:r>
              <a:rPr lang="ru-RU" dirty="0"/>
              <a:t>Ваше предложение решения данной проблемы</a:t>
            </a:r>
          </a:p>
        </p:txBody>
      </p:sp>
      <p:sp>
        <p:nvSpPr>
          <p:cNvPr id="189" name="Текст 35">
            <a:extLst>
              <a:ext uri="{FF2B5EF4-FFF2-40B4-BE49-F238E27FC236}">
                <a16:creationId xmlns:a16="http://schemas.microsoft.com/office/drawing/2014/main" id="{C44A233F-7BDF-4F40-844F-FC23B1912AA4}"/>
              </a:ext>
            </a:extLst>
          </p:cNvPr>
          <p:cNvSpPr>
            <a:spLocks noGrp="1"/>
          </p:cNvSpPr>
          <p:nvPr>
            <p:ph type="body" sz="quarter" idx="33" hasCustomPrompt="1"/>
          </p:nvPr>
        </p:nvSpPr>
        <p:spPr>
          <a:xfrm>
            <a:off x="517027" y="3252336"/>
            <a:ext cx="3264113" cy="391783"/>
          </a:xfrm>
          <a:prstGeom prst="roundRect">
            <a:avLst>
              <a:gd name="adj" fmla="val 10167"/>
            </a:avLst>
          </a:prstGeom>
          <a:noFill/>
        </p:spPr>
        <p:txBody>
          <a:bodyPr>
            <a:noAutofit/>
          </a:bodyPr>
          <a:lstStyle>
            <a:lvl1pPr marL="0" indent="0" algn="ctr">
              <a:buNone/>
              <a:defRPr sz="1600" b="1">
                <a:solidFill>
                  <a:schemeClr val="accent2"/>
                </a:solidFill>
              </a:defRPr>
            </a:lvl1pPr>
          </a:lstStyle>
          <a:p>
            <a:pPr lvl="0"/>
            <a:r>
              <a:rPr lang="ru-RU" dirty="0"/>
              <a:t>Проблема</a:t>
            </a:r>
          </a:p>
        </p:txBody>
      </p:sp>
      <p:sp>
        <p:nvSpPr>
          <p:cNvPr id="190" name="Текст 35">
            <a:extLst>
              <a:ext uri="{FF2B5EF4-FFF2-40B4-BE49-F238E27FC236}">
                <a16:creationId xmlns:a16="http://schemas.microsoft.com/office/drawing/2014/main" id="{1683ED6E-2444-48B8-A78B-F1EBA53E21C2}"/>
              </a:ext>
            </a:extLst>
          </p:cNvPr>
          <p:cNvSpPr>
            <a:spLocks noGrp="1"/>
          </p:cNvSpPr>
          <p:nvPr>
            <p:ph type="body" sz="quarter" idx="34" hasCustomPrompt="1"/>
          </p:nvPr>
        </p:nvSpPr>
        <p:spPr>
          <a:xfrm>
            <a:off x="4464542" y="3252336"/>
            <a:ext cx="3264113" cy="391783"/>
          </a:xfrm>
          <a:prstGeom prst="roundRect">
            <a:avLst>
              <a:gd name="adj" fmla="val 10167"/>
            </a:avLst>
          </a:prstGeom>
          <a:noFill/>
        </p:spPr>
        <p:txBody>
          <a:bodyPr>
            <a:noAutofit/>
          </a:bodyPr>
          <a:lstStyle>
            <a:lvl1pPr marL="0" indent="0" algn="ctr">
              <a:buNone/>
              <a:defRPr sz="1600" b="1">
                <a:solidFill>
                  <a:schemeClr val="accent2"/>
                </a:solidFill>
              </a:defRPr>
            </a:lvl1pPr>
          </a:lstStyle>
          <a:p>
            <a:pPr lvl="0"/>
            <a:r>
              <a:rPr lang="ru-RU" dirty="0"/>
              <a:t>Альтернативные решения</a:t>
            </a:r>
          </a:p>
        </p:txBody>
      </p:sp>
      <p:sp>
        <p:nvSpPr>
          <p:cNvPr id="191" name="Текст 35">
            <a:extLst>
              <a:ext uri="{FF2B5EF4-FFF2-40B4-BE49-F238E27FC236}">
                <a16:creationId xmlns:a16="http://schemas.microsoft.com/office/drawing/2014/main" id="{B788F042-DAFC-4B5A-B1AA-8ADEFAAA9801}"/>
              </a:ext>
            </a:extLst>
          </p:cNvPr>
          <p:cNvSpPr>
            <a:spLocks noGrp="1"/>
          </p:cNvSpPr>
          <p:nvPr>
            <p:ph type="body" sz="quarter" idx="35" hasCustomPrompt="1"/>
          </p:nvPr>
        </p:nvSpPr>
        <p:spPr>
          <a:xfrm>
            <a:off x="8385481" y="3252336"/>
            <a:ext cx="3264113" cy="391783"/>
          </a:xfrm>
          <a:prstGeom prst="roundRect">
            <a:avLst>
              <a:gd name="adj" fmla="val 10167"/>
            </a:avLst>
          </a:prstGeom>
          <a:noFill/>
        </p:spPr>
        <p:txBody>
          <a:bodyPr>
            <a:noAutofit/>
          </a:bodyPr>
          <a:lstStyle>
            <a:lvl1pPr marL="0" indent="0" algn="ctr">
              <a:buNone/>
              <a:defRPr sz="1600" b="1">
                <a:solidFill>
                  <a:schemeClr val="accent2"/>
                </a:solidFill>
              </a:defRPr>
            </a:lvl1pPr>
          </a:lstStyle>
          <a:p>
            <a:pPr lvl="0"/>
            <a:r>
              <a:rPr lang="ru-RU" dirty="0"/>
              <a:t>Решение</a:t>
            </a:r>
          </a:p>
        </p:txBody>
      </p:sp>
    </p:spTree>
    <p:extLst>
      <p:ext uri="{BB962C8B-B14F-4D97-AF65-F5344CB8AC3E}">
        <p14:creationId xmlns:p14="http://schemas.microsoft.com/office/powerpoint/2010/main" val="875273806"/>
      </p:ext>
    </p:extLst>
  </p:cSld>
  <p:clrMapOvr>
    <a:masterClrMapping/>
  </p:clrMapOvr>
</p:sldLayout>
</file>

<file path=ppt/slideLayouts/slideLayout19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Демо_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9" name="Picture Placeholder 1">
            <a:extLst>
              <a:ext uri="{FF2B5EF4-FFF2-40B4-BE49-F238E27FC236}">
                <a16:creationId xmlns:a16="http://schemas.microsoft.com/office/drawing/2014/main" id="{F4BB4485-D5EB-48AD-A465-1B1299C88CD1}"/>
              </a:ext>
            </a:extLst>
          </p:cNvPr>
          <p:cNvSpPr>
            <a:spLocks noGrp="1"/>
          </p:cNvSpPr>
          <p:nvPr>
            <p:ph type="pic" sz="quarter" idx="14"/>
          </p:nvPr>
        </p:nvSpPr>
        <p:spPr>
          <a:xfrm>
            <a:off x="4162940" y="1264478"/>
            <a:ext cx="3866121" cy="2436377"/>
          </a:xfrm>
        </p:spPr>
      </p:sp>
      <p:sp>
        <p:nvSpPr>
          <p:cNvPr id="5" name="Дата 3">
            <a:extLst>
              <a:ext uri="{FF2B5EF4-FFF2-40B4-BE49-F238E27FC236}">
                <a16:creationId xmlns:a16="http://schemas.microsoft.com/office/drawing/2014/main" id="{916B7A0B-21BC-45FE-AFF7-52F34B6D0F83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306390" y="6356362"/>
            <a:ext cx="1047663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760">
                <a:solidFill>
                  <a:schemeClr val="bg1">
                    <a:lumMod val="95000"/>
                  </a:schemeClr>
                </a:solidFill>
              </a:defRPr>
            </a:lvl1pPr>
          </a:lstStyle>
          <a:p>
            <a:fld id="{4D396B86-640F-4AD1-BBB2-E085B6CD8771}" type="datetime1">
              <a:rPr lang="ru-RU" smtClean="0"/>
              <a:t>02.10.2026</a:t>
            </a:fld>
            <a:endParaRPr lang="ru-RU"/>
          </a:p>
        </p:txBody>
      </p:sp>
      <p:sp>
        <p:nvSpPr>
          <p:cNvPr id="6" name="Нижний колонтитул 4">
            <a:extLst>
              <a:ext uri="{FF2B5EF4-FFF2-40B4-BE49-F238E27FC236}">
                <a16:creationId xmlns:a16="http://schemas.microsoft.com/office/drawing/2014/main" id="{6D393D3D-D368-4E15-8F2F-7A07229A98A8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1459571" y="6356362"/>
            <a:ext cx="9574782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760">
                <a:solidFill>
                  <a:schemeClr val="bg1">
                    <a:lumMod val="95000"/>
                  </a:schemeClr>
                </a:solidFill>
              </a:defRPr>
            </a:lvl1pPr>
          </a:lstStyle>
          <a:p>
            <a:endParaRPr lang="ru-RU"/>
          </a:p>
        </p:txBody>
      </p:sp>
      <p:sp>
        <p:nvSpPr>
          <p:cNvPr id="7" name="Номер слайда 5">
            <a:extLst>
              <a:ext uri="{FF2B5EF4-FFF2-40B4-BE49-F238E27FC236}">
                <a16:creationId xmlns:a16="http://schemas.microsoft.com/office/drawing/2014/main" id="{0F5F999C-FF8F-49FD-8575-A50C0300C4F5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11413507" y="6356358"/>
            <a:ext cx="559119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bg1">
                    <a:lumMod val="95000"/>
                  </a:schemeClr>
                </a:solidFill>
              </a:defRPr>
            </a:lvl1pPr>
          </a:lstStyle>
          <a:p>
            <a:fld id="{52DCC5B9-D646-4B76-891F-6FF4E74E9CB4}" type="slidenum">
              <a:rPr lang="ru-RU" smtClean="0"/>
              <a:pPr/>
              <a:t>‹#›</a:t>
            </a:fld>
            <a:endParaRPr lang="ru-RU" dirty="0"/>
          </a:p>
        </p:txBody>
      </p:sp>
      <p:sp>
        <p:nvSpPr>
          <p:cNvPr id="100" name="Заголовок 1">
            <a:extLst>
              <a:ext uri="{FF2B5EF4-FFF2-40B4-BE49-F238E27FC236}">
                <a16:creationId xmlns:a16="http://schemas.microsoft.com/office/drawing/2014/main" id="{6641864C-9659-45A2-A61F-BB1A3067B16A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346075" y="421226"/>
            <a:ext cx="9862734" cy="376138"/>
          </a:xfrm>
          <a:prstGeom prst="rect">
            <a:avLst/>
          </a:prstGeom>
        </p:spPr>
        <p:txBody>
          <a:bodyPr vert="horz" lIns="91440" tIns="45720" rIns="91440" bIns="45720" rtlCol="0" anchor="b" anchorCtr="0">
            <a:noAutofit/>
          </a:bodyPr>
          <a:lstStyle/>
          <a:p>
            <a:r>
              <a:rPr lang="ru-RU" dirty="0"/>
              <a:t>ОБРАЗЕЦ ЗАГОЛОВКА</a:t>
            </a:r>
          </a:p>
        </p:txBody>
      </p:sp>
      <p:sp>
        <p:nvSpPr>
          <p:cNvPr id="8" name="Текст 7">
            <a:extLst>
              <a:ext uri="{FF2B5EF4-FFF2-40B4-BE49-F238E27FC236}">
                <a16:creationId xmlns:a16="http://schemas.microsoft.com/office/drawing/2014/main" id="{8340B20B-0618-415E-8908-3C85578C4D16}"/>
              </a:ext>
            </a:extLst>
          </p:cNvPr>
          <p:cNvSpPr>
            <a:spLocks noGrp="1"/>
          </p:cNvSpPr>
          <p:nvPr>
            <p:ph type="body" sz="quarter" idx="15"/>
          </p:nvPr>
        </p:nvSpPr>
        <p:spPr>
          <a:xfrm>
            <a:off x="346075" y="4656083"/>
            <a:ext cx="3626835" cy="1544692"/>
          </a:xfrm>
        </p:spPr>
        <p:txBody>
          <a:bodyPr/>
          <a:lstStyle/>
          <a:p>
            <a:pPr lvl="0"/>
            <a:r>
              <a:rPr lang="ru-RU"/>
              <a:t>Образец текста</a:t>
            </a:r>
          </a:p>
          <a:p>
            <a:pPr lvl="1"/>
            <a:r>
              <a:rPr lang="ru-RU"/>
              <a:t>Второй уровень</a:t>
            </a:r>
          </a:p>
          <a:p>
            <a:pPr lvl="2"/>
            <a:r>
              <a:rPr lang="ru-RU"/>
              <a:t>Третий уровень</a:t>
            </a:r>
          </a:p>
          <a:p>
            <a:pPr lvl="3"/>
            <a:r>
              <a:rPr lang="ru-RU"/>
              <a:t>Четвертый уровень</a:t>
            </a:r>
          </a:p>
          <a:p>
            <a:pPr lvl="4"/>
            <a:r>
              <a:rPr lang="ru-RU"/>
              <a:t>Пятый уровень</a:t>
            </a:r>
          </a:p>
        </p:txBody>
      </p:sp>
      <p:sp>
        <p:nvSpPr>
          <p:cNvPr id="90" name="Текст 7">
            <a:extLst>
              <a:ext uri="{FF2B5EF4-FFF2-40B4-BE49-F238E27FC236}">
                <a16:creationId xmlns:a16="http://schemas.microsoft.com/office/drawing/2014/main" id="{47A76FC9-6FDA-4102-9D33-F9766B07D3E6}"/>
              </a:ext>
            </a:extLst>
          </p:cNvPr>
          <p:cNvSpPr>
            <a:spLocks noGrp="1"/>
          </p:cNvSpPr>
          <p:nvPr>
            <p:ph type="body" sz="quarter" idx="16"/>
          </p:nvPr>
        </p:nvSpPr>
        <p:spPr>
          <a:xfrm>
            <a:off x="4240502" y="4656083"/>
            <a:ext cx="3626835" cy="1544692"/>
          </a:xfrm>
        </p:spPr>
        <p:txBody>
          <a:bodyPr/>
          <a:lstStyle/>
          <a:p>
            <a:pPr lvl="0"/>
            <a:r>
              <a:rPr lang="ru-RU"/>
              <a:t>Образец текста</a:t>
            </a:r>
          </a:p>
          <a:p>
            <a:pPr lvl="1"/>
            <a:r>
              <a:rPr lang="ru-RU"/>
              <a:t>Второй уровень</a:t>
            </a:r>
          </a:p>
          <a:p>
            <a:pPr lvl="2"/>
            <a:r>
              <a:rPr lang="ru-RU"/>
              <a:t>Третий уровень</a:t>
            </a:r>
          </a:p>
          <a:p>
            <a:pPr lvl="3"/>
            <a:r>
              <a:rPr lang="ru-RU"/>
              <a:t>Четвертый уровень</a:t>
            </a:r>
          </a:p>
          <a:p>
            <a:pPr lvl="4"/>
            <a:r>
              <a:rPr lang="ru-RU"/>
              <a:t>Пятый уровень</a:t>
            </a:r>
          </a:p>
        </p:txBody>
      </p:sp>
      <p:sp>
        <p:nvSpPr>
          <p:cNvPr id="91" name="Текст 7">
            <a:extLst>
              <a:ext uri="{FF2B5EF4-FFF2-40B4-BE49-F238E27FC236}">
                <a16:creationId xmlns:a16="http://schemas.microsoft.com/office/drawing/2014/main" id="{7C8F4076-BB2C-4FA3-9BAD-5EF87B638D5F}"/>
              </a:ext>
            </a:extLst>
          </p:cNvPr>
          <p:cNvSpPr>
            <a:spLocks noGrp="1"/>
          </p:cNvSpPr>
          <p:nvPr>
            <p:ph type="body" sz="quarter" idx="17"/>
          </p:nvPr>
        </p:nvSpPr>
        <p:spPr>
          <a:xfrm>
            <a:off x="8230203" y="4656083"/>
            <a:ext cx="3626835" cy="1544692"/>
          </a:xfrm>
        </p:spPr>
        <p:txBody>
          <a:bodyPr/>
          <a:lstStyle/>
          <a:p>
            <a:pPr lvl="0"/>
            <a:r>
              <a:rPr lang="ru-RU"/>
              <a:t>Образец текста</a:t>
            </a:r>
          </a:p>
          <a:p>
            <a:pPr lvl="1"/>
            <a:r>
              <a:rPr lang="ru-RU"/>
              <a:t>Второй уровень</a:t>
            </a:r>
          </a:p>
          <a:p>
            <a:pPr lvl="2"/>
            <a:r>
              <a:rPr lang="ru-RU"/>
              <a:t>Третий уровень</a:t>
            </a:r>
          </a:p>
          <a:p>
            <a:pPr lvl="3"/>
            <a:r>
              <a:rPr lang="ru-RU"/>
              <a:t>Четвертый уровень</a:t>
            </a:r>
          </a:p>
          <a:p>
            <a:pPr lvl="4"/>
            <a:r>
              <a:rPr lang="ru-RU"/>
              <a:t>Пятый уровень</a:t>
            </a:r>
          </a:p>
        </p:txBody>
      </p:sp>
    </p:spTree>
    <p:extLst>
      <p:ext uri="{BB962C8B-B14F-4D97-AF65-F5344CB8AC3E}">
        <p14:creationId xmlns:p14="http://schemas.microsoft.com/office/powerpoint/2010/main" val="3469912038"/>
      </p:ext>
    </p:extLst>
  </p:cSld>
  <p:clrMapOvr>
    <a:masterClrMapping/>
  </p:clrMapOvr>
</p:sldLayout>
</file>

<file path=ppt/slideLayouts/slideLayout20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1_Демо_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Дата 3">
            <a:extLst>
              <a:ext uri="{FF2B5EF4-FFF2-40B4-BE49-F238E27FC236}">
                <a16:creationId xmlns:a16="http://schemas.microsoft.com/office/drawing/2014/main" id="{916B7A0B-21BC-45FE-AFF7-52F34B6D0F83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306390" y="6356362"/>
            <a:ext cx="1047663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760">
                <a:solidFill>
                  <a:schemeClr val="bg1">
                    <a:lumMod val="95000"/>
                  </a:schemeClr>
                </a:solidFill>
              </a:defRPr>
            </a:lvl1pPr>
          </a:lstStyle>
          <a:p>
            <a:fld id="{93AF0E63-1EB1-47F5-B09E-CA3E5DE528F3}" type="datetime1">
              <a:rPr lang="ru-RU" smtClean="0"/>
              <a:t>02.10.2026</a:t>
            </a:fld>
            <a:endParaRPr lang="ru-RU"/>
          </a:p>
        </p:txBody>
      </p:sp>
      <p:sp>
        <p:nvSpPr>
          <p:cNvPr id="6" name="Нижний колонтитул 4">
            <a:extLst>
              <a:ext uri="{FF2B5EF4-FFF2-40B4-BE49-F238E27FC236}">
                <a16:creationId xmlns:a16="http://schemas.microsoft.com/office/drawing/2014/main" id="{6D393D3D-D368-4E15-8F2F-7A07229A98A8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1459571" y="6356362"/>
            <a:ext cx="9574782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760">
                <a:solidFill>
                  <a:schemeClr val="bg1">
                    <a:lumMod val="95000"/>
                  </a:schemeClr>
                </a:solidFill>
              </a:defRPr>
            </a:lvl1pPr>
          </a:lstStyle>
          <a:p>
            <a:endParaRPr lang="ru-RU"/>
          </a:p>
        </p:txBody>
      </p:sp>
      <p:sp>
        <p:nvSpPr>
          <p:cNvPr id="7" name="Номер слайда 5">
            <a:extLst>
              <a:ext uri="{FF2B5EF4-FFF2-40B4-BE49-F238E27FC236}">
                <a16:creationId xmlns:a16="http://schemas.microsoft.com/office/drawing/2014/main" id="{0F5F999C-FF8F-49FD-8575-A50C0300C4F5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11413507" y="6356358"/>
            <a:ext cx="559119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bg1">
                    <a:lumMod val="95000"/>
                  </a:schemeClr>
                </a:solidFill>
              </a:defRPr>
            </a:lvl1pPr>
          </a:lstStyle>
          <a:p>
            <a:fld id="{52DCC5B9-D646-4B76-891F-6FF4E74E9CB4}" type="slidenum">
              <a:rPr lang="ru-RU" smtClean="0"/>
              <a:pPr/>
              <a:t>‹#›</a:t>
            </a:fld>
            <a:endParaRPr lang="ru-RU" dirty="0"/>
          </a:p>
        </p:txBody>
      </p:sp>
      <p:sp>
        <p:nvSpPr>
          <p:cNvPr id="100" name="Заголовок 1">
            <a:extLst>
              <a:ext uri="{FF2B5EF4-FFF2-40B4-BE49-F238E27FC236}">
                <a16:creationId xmlns:a16="http://schemas.microsoft.com/office/drawing/2014/main" id="{6641864C-9659-45A2-A61F-BB1A3067B16A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353289" y="421226"/>
            <a:ext cx="9862734" cy="376138"/>
          </a:xfrm>
          <a:prstGeom prst="rect">
            <a:avLst/>
          </a:prstGeom>
        </p:spPr>
        <p:txBody>
          <a:bodyPr vert="horz" lIns="91440" tIns="45720" rIns="91440" bIns="45720" rtlCol="0" anchor="b" anchorCtr="0">
            <a:noAutofit/>
          </a:bodyPr>
          <a:lstStyle/>
          <a:p>
            <a:r>
              <a:rPr lang="ru-RU" dirty="0"/>
              <a:t>ОБРАЗЕЦ ЗАГОЛОВКА</a:t>
            </a:r>
          </a:p>
        </p:txBody>
      </p:sp>
      <p:sp>
        <p:nvSpPr>
          <p:cNvPr id="8" name="Текст 7">
            <a:extLst>
              <a:ext uri="{FF2B5EF4-FFF2-40B4-BE49-F238E27FC236}">
                <a16:creationId xmlns:a16="http://schemas.microsoft.com/office/drawing/2014/main" id="{8340B20B-0618-415E-8908-3C85578C4D16}"/>
              </a:ext>
            </a:extLst>
          </p:cNvPr>
          <p:cNvSpPr>
            <a:spLocks noGrp="1"/>
          </p:cNvSpPr>
          <p:nvPr>
            <p:ph type="body" sz="quarter" idx="15"/>
          </p:nvPr>
        </p:nvSpPr>
        <p:spPr>
          <a:xfrm>
            <a:off x="1210643" y="4324451"/>
            <a:ext cx="4121687" cy="1612262"/>
          </a:xfrm>
        </p:spPr>
        <p:txBody>
          <a:bodyPr/>
          <a:lstStyle/>
          <a:p>
            <a:pPr lvl="0"/>
            <a:r>
              <a:rPr lang="ru-RU"/>
              <a:t>Образец текста</a:t>
            </a:r>
          </a:p>
          <a:p>
            <a:pPr lvl="1"/>
            <a:r>
              <a:rPr lang="ru-RU"/>
              <a:t>Второй уровень</a:t>
            </a:r>
          </a:p>
          <a:p>
            <a:pPr lvl="2"/>
            <a:r>
              <a:rPr lang="ru-RU"/>
              <a:t>Третий уровень</a:t>
            </a:r>
          </a:p>
          <a:p>
            <a:pPr lvl="3"/>
            <a:r>
              <a:rPr lang="ru-RU"/>
              <a:t>Четвертый уровень</a:t>
            </a:r>
          </a:p>
          <a:p>
            <a:pPr lvl="4"/>
            <a:r>
              <a:rPr lang="ru-RU"/>
              <a:t>Пятый уровень</a:t>
            </a:r>
          </a:p>
        </p:txBody>
      </p:sp>
      <p:sp>
        <p:nvSpPr>
          <p:cNvPr id="90" name="Текст 7">
            <a:extLst>
              <a:ext uri="{FF2B5EF4-FFF2-40B4-BE49-F238E27FC236}">
                <a16:creationId xmlns:a16="http://schemas.microsoft.com/office/drawing/2014/main" id="{47A76FC9-6FDA-4102-9D33-F9766B07D3E6}"/>
              </a:ext>
            </a:extLst>
          </p:cNvPr>
          <p:cNvSpPr>
            <a:spLocks noGrp="1"/>
          </p:cNvSpPr>
          <p:nvPr>
            <p:ph type="body" sz="quarter" idx="16"/>
          </p:nvPr>
        </p:nvSpPr>
        <p:spPr>
          <a:xfrm>
            <a:off x="6857950" y="4324451"/>
            <a:ext cx="4121687" cy="1612262"/>
          </a:xfrm>
        </p:spPr>
        <p:txBody>
          <a:bodyPr/>
          <a:lstStyle/>
          <a:p>
            <a:pPr lvl="0"/>
            <a:r>
              <a:rPr lang="ru-RU"/>
              <a:t>Образец текста</a:t>
            </a:r>
          </a:p>
          <a:p>
            <a:pPr lvl="1"/>
            <a:r>
              <a:rPr lang="ru-RU"/>
              <a:t>Второй уровень</a:t>
            </a:r>
          </a:p>
          <a:p>
            <a:pPr lvl="2"/>
            <a:r>
              <a:rPr lang="ru-RU"/>
              <a:t>Третий уровень</a:t>
            </a:r>
          </a:p>
          <a:p>
            <a:pPr lvl="3"/>
            <a:r>
              <a:rPr lang="ru-RU"/>
              <a:t>Четвертый уровень</a:t>
            </a:r>
          </a:p>
          <a:p>
            <a:pPr lvl="4"/>
            <a:r>
              <a:rPr lang="ru-RU"/>
              <a:t>Пятый уровень</a:t>
            </a:r>
          </a:p>
        </p:txBody>
      </p:sp>
      <p:sp>
        <p:nvSpPr>
          <p:cNvPr id="79" name="Picture Placeholder 1">
            <a:extLst>
              <a:ext uri="{FF2B5EF4-FFF2-40B4-BE49-F238E27FC236}">
                <a16:creationId xmlns:a16="http://schemas.microsoft.com/office/drawing/2014/main" id="{F4BB4485-D5EB-48AD-A465-1B1299C88CD1}"/>
              </a:ext>
            </a:extLst>
          </p:cNvPr>
          <p:cNvSpPr>
            <a:spLocks noGrp="1"/>
          </p:cNvSpPr>
          <p:nvPr>
            <p:ph type="pic" sz="quarter" idx="14"/>
          </p:nvPr>
        </p:nvSpPr>
        <p:spPr>
          <a:xfrm>
            <a:off x="1210642" y="1577998"/>
            <a:ext cx="4121688" cy="2283975"/>
          </a:xfrm>
        </p:spPr>
      </p:sp>
      <p:sp>
        <p:nvSpPr>
          <p:cNvPr id="123" name="Picture Placeholder 1">
            <a:extLst>
              <a:ext uri="{FF2B5EF4-FFF2-40B4-BE49-F238E27FC236}">
                <a16:creationId xmlns:a16="http://schemas.microsoft.com/office/drawing/2014/main" id="{C7FB8BAF-17B6-40DC-9912-73B3494AC45E}"/>
              </a:ext>
            </a:extLst>
          </p:cNvPr>
          <p:cNvSpPr>
            <a:spLocks noGrp="1"/>
          </p:cNvSpPr>
          <p:nvPr>
            <p:ph type="pic" sz="quarter" idx="18"/>
          </p:nvPr>
        </p:nvSpPr>
        <p:spPr>
          <a:xfrm>
            <a:off x="6855540" y="1577998"/>
            <a:ext cx="4121688" cy="2283975"/>
          </a:xfrm>
        </p:spPr>
      </p:sp>
    </p:spTree>
    <p:extLst>
      <p:ext uri="{BB962C8B-B14F-4D97-AF65-F5344CB8AC3E}">
        <p14:creationId xmlns:p14="http://schemas.microsoft.com/office/powerpoint/2010/main" val="2282395395"/>
      </p:ext>
    </p:extLst>
  </p:cSld>
  <p:clrMapOvr>
    <a:masterClrMapping/>
  </p:clrMapOvr>
</p:sldLayout>
</file>

<file path=ppt/slideLayouts/slideLayout2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2_Демо_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5" name="Picture Placeholder 1">
            <a:extLst>
              <a:ext uri="{FF2B5EF4-FFF2-40B4-BE49-F238E27FC236}">
                <a16:creationId xmlns:a16="http://schemas.microsoft.com/office/drawing/2014/main" id="{2E6A2544-8689-48EB-9658-2D1DE4E48784}"/>
              </a:ext>
            </a:extLst>
          </p:cNvPr>
          <p:cNvSpPr>
            <a:spLocks noGrp="1"/>
          </p:cNvSpPr>
          <p:nvPr>
            <p:ph type="pic" sz="quarter" idx="14"/>
          </p:nvPr>
        </p:nvSpPr>
        <p:spPr>
          <a:xfrm>
            <a:off x="5009872" y="1235915"/>
            <a:ext cx="2172255" cy="4602697"/>
          </a:xfrm>
          <a:prstGeom prst="roundRect">
            <a:avLst>
              <a:gd name="adj" fmla="val 12528"/>
            </a:avLst>
          </a:prstGeom>
          <a:noFill/>
        </p:spPr>
      </p:sp>
      <p:sp>
        <p:nvSpPr>
          <p:cNvPr id="130" name="Текст 35">
            <a:extLst>
              <a:ext uri="{FF2B5EF4-FFF2-40B4-BE49-F238E27FC236}">
                <a16:creationId xmlns:a16="http://schemas.microsoft.com/office/drawing/2014/main" id="{34F2EADD-49A3-44E7-AC8B-D07BF1B4F1A8}"/>
              </a:ext>
            </a:extLst>
          </p:cNvPr>
          <p:cNvSpPr>
            <a:spLocks noGrp="1"/>
          </p:cNvSpPr>
          <p:nvPr>
            <p:ph type="body" sz="quarter" idx="21"/>
          </p:nvPr>
        </p:nvSpPr>
        <p:spPr>
          <a:xfrm>
            <a:off x="356349" y="1641283"/>
            <a:ext cx="3812931" cy="1021701"/>
          </a:xfrm>
          <a:prstGeom prst="roundRect">
            <a:avLst/>
          </a:prstGeom>
          <a:gradFill>
            <a:gsLst>
              <a:gs pos="0">
                <a:schemeClr val="accent1">
                  <a:lumMod val="5000"/>
                  <a:lumOff val="95000"/>
                  <a:alpha val="20000"/>
                </a:schemeClr>
              </a:gs>
              <a:gs pos="65000">
                <a:schemeClr val="bg1">
                  <a:alpha val="0"/>
                </a:schemeClr>
              </a:gs>
            </a:gsLst>
            <a:lin ang="5400000" scaled="1"/>
          </a:gradFill>
        </p:spPr>
        <p:txBody>
          <a:bodyPr>
            <a:noAutofit/>
          </a:bodyPr>
          <a:lstStyle>
            <a:lvl1pPr>
              <a:defRPr sz="1800" b="1">
                <a:solidFill>
                  <a:schemeClr val="accent1"/>
                </a:solidFill>
              </a:defRPr>
            </a:lvl1pPr>
          </a:lstStyle>
          <a:p>
            <a:pPr lvl="0"/>
            <a:r>
              <a:rPr lang="ru-RU" dirty="0"/>
              <a:t>Образец текста</a:t>
            </a:r>
          </a:p>
        </p:txBody>
      </p:sp>
      <p:sp>
        <p:nvSpPr>
          <p:cNvPr id="146" name="Текст 35">
            <a:extLst>
              <a:ext uri="{FF2B5EF4-FFF2-40B4-BE49-F238E27FC236}">
                <a16:creationId xmlns:a16="http://schemas.microsoft.com/office/drawing/2014/main" id="{15551546-3EE0-4A54-9DEE-1E9FEBF43B2F}"/>
              </a:ext>
            </a:extLst>
          </p:cNvPr>
          <p:cNvSpPr>
            <a:spLocks noGrp="1"/>
          </p:cNvSpPr>
          <p:nvPr>
            <p:ph type="body" sz="quarter" idx="18"/>
          </p:nvPr>
        </p:nvSpPr>
        <p:spPr>
          <a:xfrm>
            <a:off x="356349" y="2020820"/>
            <a:ext cx="3812931" cy="1290596"/>
          </a:xfrm>
          <a:prstGeom prst="rect">
            <a:avLst/>
          </a:prstGeom>
        </p:spPr>
        <p:txBody>
          <a:bodyPr>
            <a:normAutofit/>
          </a:bodyPr>
          <a:lstStyle>
            <a:lvl1pPr>
              <a:defRPr sz="1400"/>
            </a:lvl1pPr>
          </a:lstStyle>
          <a:p>
            <a:pPr lvl="0"/>
            <a:r>
              <a:rPr lang="ru-RU" dirty="0"/>
              <a:t>Образец текста</a:t>
            </a:r>
          </a:p>
        </p:txBody>
      </p:sp>
      <p:sp>
        <p:nvSpPr>
          <p:cNvPr id="147" name="Текст 35">
            <a:extLst>
              <a:ext uri="{FF2B5EF4-FFF2-40B4-BE49-F238E27FC236}">
                <a16:creationId xmlns:a16="http://schemas.microsoft.com/office/drawing/2014/main" id="{9D9ADB6F-AC53-4034-92EE-80435562B80A}"/>
              </a:ext>
            </a:extLst>
          </p:cNvPr>
          <p:cNvSpPr>
            <a:spLocks noGrp="1"/>
          </p:cNvSpPr>
          <p:nvPr>
            <p:ph type="body" sz="quarter" idx="22"/>
          </p:nvPr>
        </p:nvSpPr>
        <p:spPr>
          <a:xfrm>
            <a:off x="8040021" y="1641283"/>
            <a:ext cx="3812931" cy="1021701"/>
          </a:xfrm>
          <a:prstGeom prst="roundRect">
            <a:avLst/>
          </a:prstGeom>
          <a:gradFill>
            <a:gsLst>
              <a:gs pos="0">
                <a:schemeClr val="accent1">
                  <a:lumMod val="5000"/>
                  <a:lumOff val="95000"/>
                  <a:alpha val="20000"/>
                </a:schemeClr>
              </a:gs>
              <a:gs pos="65000">
                <a:schemeClr val="bg1">
                  <a:alpha val="0"/>
                </a:schemeClr>
              </a:gs>
            </a:gsLst>
            <a:lin ang="5400000" scaled="1"/>
          </a:gradFill>
        </p:spPr>
        <p:txBody>
          <a:bodyPr>
            <a:noAutofit/>
          </a:bodyPr>
          <a:lstStyle>
            <a:lvl1pPr>
              <a:defRPr sz="1800" b="1">
                <a:solidFill>
                  <a:schemeClr val="accent5">
                    <a:lumMod val="20000"/>
                    <a:lumOff val="80000"/>
                  </a:schemeClr>
                </a:solidFill>
              </a:defRPr>
            </a:lvl1pPr>
          </a:lstStyle>
          <a:p>
            <a:pPr lvl="0"/>
            <a:r>
              <a:rPr lang="ru-RU" dirty="0"/>
              <a:t>Образец текста</a:t>
            </a:r>
          </a:p>
        </p:txBody>
      </p:sp>
      <p:sp>
        <p:nvSpPr>
          <p:cNvPr id="148" name="Текст 35">
            <a:extLst>
              <a:ext uri="{FF2B5EF4-FFF2-40B4-BE49-F238E27FC236}">
                <a16:creationId xmlns:a16="http://schemas.microsoft.com/office/drawing/2014/main" id="{EAB22390-1508-4419-B1B3-375A734DF0EE}"/>
              </a:ext>
            </a:extLst>
          </p:cNvPr>
          <p:cNvSpPr>
            <a:spLocks noGrp="1"/>
          </p:cNvSpPr>
          <p:nvPr>
            <p:ph type="body" sz="quarter" idx="23"/>
          </p:nvPr>
        </p:nvSpPr>
        <p:spPr>
          <a:xfrm>
            <a:off x="8040021" y="2020820"/>
            <a:ext cx="3812931" cy="1290596"/>
          </a:xfrm>
          <a:prstGeom prst="rect">
            <a:avLst/>
          </a:prstGeom>
        </p:spPr>
        <p:txBody>
          <a:bodyPr>
            <a:normAutofit/>
          </a:bodyPr>
          <a:lstStyle>
            <a:lvl1pPr>
              <a:defRPr sz="1400"/>
            </a:lvl1pPr>
          </a:lstStyle>
          <a:p>
            <a:pPr lvl="0"/>
            <a:r>
              <a:rPr lang="ru-RU" dirty="0"/>
              <a:t>Образец текста</a:t>
            </a:r>
          </a:p>
        </p:txBody>
      </p:sp>
      <p:sp>
        <p:nvSpPr>
          <p:cNvPr id="149" name="Текст 35">
            <a:extLst>
              <a:ext uri="{FF2B5EF4-FFF2-40B4-BE49-F238E27FC236}">
                <a16:creationId xmlns:a16="http://schemas.microsoft.com/office/drawing/2014/main" id="{FF699DD2-8E32-4C98-8444-90139EB2FDC6}"/>
              </a:ext>
            </a:extLst>
          </p:cNvPr>
          <p:cNvSpPr>
            <a:spLocks noGrp="1"/>
          </p:cNvSpPr>
          <p:nvPr>
            <p:ph type="body" sz="quarter" idx="24"/>
          </p:nvPr>
        </p:nvSpPr>
        <p:spPr>
          <a:xfrm>
            <a:off x="356349" y="3864598"/>
            <a:ext cx="3812931" cy="1021701"/>
          </a:xfrm>
          <a:prstGeom prst="roundRect">
            <a:avLst/>
          </a:prstGeom>
          <a:gradFill>
            <a:gsLst>
              <a:gs pos="0">
                <a:schemeClr val="accent1">
                  <a:lumMod val="5000"/>
                  <a:lumOff val="95000"/>
                  <a:alpha val="20000"/>
                </a:schemeClr>
              </a:gs>
              <a:gs pos="65000">
                <a:schemeClr val="bg1">
                  <a:alpha val="0"/>
                </a:schemeClr>
              </a:gs>
            </a:gsLst>
            <a:lin ang="5400000" scaled="1"/>
          </a:gradFill>
        </p:spPr>
        <p:txBody>
          <a:bodyPr>
            <a:noAutofit/>
          </a:bodyPr>
          <a:lstStyle>
            <a:lvl1pPr>
              <a:defRPr sz="1800" b="1">
                <a:solidFill>
                  <a:schemeClr val="accent4"/>
                </a:solidFill>
              </a:defRPr>
            </a:lvl1pPr>
          </a:lstStyle>
          <a:p>
            <a:pPr lvl="0"/>
            <a:r>
              <a:rPr lang="ru-RU" dirty="0"/>
              <a:t>Образец текста</a:t>
            </a:r>
          </a:p>
        </p:txBody>
      </p:sp>
      <p:sp>
        <p:nvSpPr>
          <p:cNvPr id="150" name="Текст 35">
            <a:extLst>
              <a:ext uri="{FF2B5EF4-FFF2-40B4-BE49-F238E27FC236}">
                <a16:creationId xmlns:a16="http://schemas.microsoft.com/office/drawing/2014/main" id="{6496F1D2-4B4B-412C-B228-1C27099F20D3}"/>
              </a:ext>
            </a:extLst>
          </p:cNvPr>
          <p:cNvSpPr>
            <a:spLocks noGrp="1"/>
          </p:cNvSpPr>
          <p:nvPr>
            <p:ph type="body" sz="quarter" idx="25"/>
          </p:nvPr>
        </p:nvSpPr>
        <p:spPr>
          <a:xfrm>
            <a:off x="356349" y="4244135"/>
            <a:ext cx="3812931" cy="1290596"/>
          </a:xfrm>
          <a:prstGeom prst="rect">
            <a:avLst/>
          </a:prstGeom>
        </p:spPr>
        <p:txBody>
          <a:bodyPr>
            <a:normAutofit/>
          </a:bodyPr>
          <a:lstStyle>
            <a:lvl1pPr>
              <a:defRPr sz="1400"/>
            </a:lvl1pPr>
          </a:lstStyle>
          <a:p>
            <a:pPr lvl="0"/>
            <a:r>
              <a:rPr lang="ru-RU" dirty="0"/>
              <a:t>Образец текста</a:t>
            </a:r>
          </a:p>
        </p:txBody>
      </p:sp>
      <p:sp>
        <p:nvSpPr>
          <p:cNvPr id="151" name="Текст 35">
            <a:extLst>
              <a:ext uri="{FF2B5EF4-FFF2-40B4-BE49-F238E27FC236}">
                <a16:creationId xmlns:a16="http://schemas.microsoft.com/office/drawing/2014/main" id="{55E268D8-B309-4AA0-8E1B-30DF4A867252}"/>
              </a:ext>
            </a:extLst>
          </p:cNvPr>
          <p:cNvSpPr>
            <a:spLocks noGrp="1"/>
          </p:cNvSpPr>
          <p:nvPr>
            <p:ph type="body" sz="quarter" idx="26"/>
          </p:nvPr>
        </p:nvSpPr>
        <p:spPr>
          <a:xfrm>
            <a:off x="8040021" y="3864598"/>
            <a:ext cx="3812931" cy="1021701"/>
          </a:xfrm>
          <a:prstGeom prst="roundRect">
            <a:avLst/>
          </a:prstGeom>
          <a:gradFill>
            <a:gsLst>
              <a:gs pos="0">
                <a:schemeClr val="accent1">
                  <a:lumMod val="5000"/>
                  <a:lumOff val="95000"/>
                  <a:alpha val="20000"/>
                </a:schemeClr>
              </a:gs>
              <a:gs pos="65000">
                <a:schemeClr val="bg1">
                  <a:alpha val="0"/>
                </a:schemeClr>
              </a:gs>
            </a:gsLst>
            <a:lin ang="5400000" scaled="1"/>
          </a:gradFill>
        </p:spPr>
        <p:txBody>
          <a:bodyPr>
            <a:noAutofit/>
          </a:bodyPr>
          <a:lstStyle>
            <a:lvl1pPr>
              <a:defRPr sz="1800" b="1">
                <a:solidFill>
                  <a:schemeClr val="accent2"/>
                </a:solidFill>
              </a:defRPr>
            </a:lvl1pPr>
          </a:lstStyle>
          <a:p>
            <a:pPr lvl="0"/>
            <a:r>
              <a:rPr lang="ru-RU" dirty="0"/>
              <a:t>Образец текста</a:t>
            </a:r>
          </a:p>
        </p:txBody>
      </p:sp>
      <p:sp>
        <p:nvSpPr>
          <p:cNvPr id="152" name="Текст 35">
            <a:extLst>
              <a:ext uri="{FF2B5EF4-FFF2-40B4-BE49-F238E27FC236}">
                <a16:creationId xmlns:a16="http://schemas.microsoft.com/office/drawing/2014/main" id="{E6797EA4-A26A-41BA-A1AB-8E1F9B9574DE}"/>
              </a:ext>
            </a:extLst>
          </p:cNvPr>
          <p:cNvSpPr>
            <a:spLocks noGrp="1"/>
          </p:cNvSpPr>
          <p:nvPr>
            <p:ph type="body" sz="quarter" idx="27"/>
          </p:nvPr>
        </p:nvSpPr>
        <p:spPr>
          <a:xfrm>
            <a:off x="8040021" y="4244135"/>
            <a:ext cx="3812931" cy="1290596"/>
          </a:xfrm>
          <a:prstGeom prst="rect">
            <a:avLst/>
          </a:prstGeom>
        </p:spPr>
        <p:txBody>
          <a:bodyPr>
            <a:normAutofit/>
          </a:bodyPr>
          <a:lstStyle>
            <a:lvl1pPr>
              <a:defRPr sz="1400"/>
            </a:lvl1pPr>
          </a:lstStyle>
          <a:p>
            <a:pPr lvl="0"/>
            <a:r>
              <a:rPr lang="ru-RU" dirty="0"/>
              <a:t>Образец текста</a:t>
            </a:r>
          </a:p>
        </p:txBody>
      </p:sp>
      <p:cxnSp>
        <p:nvCxnSpPr>
          <p:cNvPr id="168" name="Google Shape;2799;p94">
            <a:extLst>
              <a:ext uri="{FF2B5EF4-FFF2-40B4-BE49-F238E27FC236}">
                <a16:creationId xmlns:a16="http://schemas.microsoft.com/office/drawing/2014/main" id="{FA0271FA-A51F-4387-9143-29364B78BFC3}"/>
              </a:ext>
            </a:extLst>
          </p:cNvPr>
          <p:cNvCxnSpPr>
            <a:cxnSpLocks/>
          </p:cNvCxnSpPr>
          <p:nvPr userDrawn="1"/>
        </p:nvCxnSpPr>
        <p:spPr>
          <a:xfrm>
            <a:off x="4244694" y="1870413"/>
            <a:ext cx="686698" cy="0"/>
          </a:xfrm>
          <a:prstGeom prst="straightConnector1">
            <a:avLst/>
          </a:prstGeom>
          <a:noFill/>
          <a:ln w="25400" cap="flat" cmpd="sng">
            <a:solidFill>
              <a:schemeClr val="accent1"/>
            </a:solidFill>
            <a:prstDash val="solid"/>
            <a:round/>
            <a:headEnd type="none" w="med" len="med"/>
            <a:tailEnd type="none" w="med" len="med"/>
          </a:ln>
        </p:spPr>
      </p:cxnSp>
      <p:cxnSp>
        <p:nvCxnSpPr>
          <p:cNvPr id="169" name="Google Shape;2799;p94">
            <a:extLst>
              <a:ext uri="{FF2B5EF4-FFF2-40B4-BE49-F238E27FC236}">
                <a16:creationId xmlns:a16="http://schemas.microsoft.com/office/drawing/2014/main" id="{83B50154-F03F-4297-B4A8-C77D1687B8DA}"/>
              </a:ext>
            </a:extLst>
          </p:cNvPr>
          <p:cNvCxnSpPr>
            <a:cxnSpLocks/>
          </p:cNvCxnSpPr>
          <p:nvPr userDrawn="1"/>
        </p:nvCxnSpPr>
        <p:spPr>
          <a:xfrm>
            <a:off x="4244694" y="4094630"/>
            <a:ext cx="686698" cy="0"/>
          </a:xfrm>
          <a:prstGeom prst="straightConnector1">
            <a:avLst/>
          </a:prstGeom>
          <a:noFill/>
          <a:ln w="25400" cap="flat" cmpd="sng">
            <a:solidFill>
              <a:schemeClr val="accent5"/>
            </a:solidFill>
            <a:prstDash val="solid"/>
            <a:round/>
            <a:headEnd type="none" w="med" len="med"/>
            <a:tailEnd type="none" w="med" len="med"/>
          </a:ln>
        </p:spPr>
      </p:cxnSp>
      <p:cxnSp>
        <p:nvCxnSpPr>
          <p:cNvPr id="170" name="Google Shape;2799;p94">
            <a:extLst>
              <a:ext uri="{FF2B5EF4-FFF2-40B4-BE49-F238E27FC236}">
                <a16:creationId xmlns:a16="http://schemas.microsoft.com/office/drawing/2014/main" id="{89D0D73E-B609-4208-BFA6-94ED3BC232A9}"/>
              </a:ext>
            </a:extLst>
          </p:cNvPr>
          <p:cNvCxnSpPr>
            <a:cxnSpLocks/>
          </p:cNvCxnSpPr>
          <p:nvPr userDrawn="1"/>
        </p:nvCxnSpPr>
        <p:spPr>
          <a:xfrm>
            <a:off x="7250583" y="1870413"/>
            <a:ext cx="686698" cy="0"/>
          </a:xfrm>
          <a:prstGeom prst="straightConnector1">
            <a:avLst/>
          </a:prstGeom>
          <a:noFill/>
          <a:ln w="25400" cap="flat" cmpd="sng">
            <a:solidFill>
              <a:schemeClr val="accent5">
                <a:lumMod val="20000"/>
                <a:lumOff val="80000"/>
              </a:schemeClr>
            </a:solidFill>
            <a:prstDash val="solid"/>
            <a:round/>
            <a:headEnd type="none" w="med" len="med"/>
            <a:tailEnd type="none" w="med" len="med"/>
          </a:ln>
        </p:spPr>
      </p:cxnSp>
      <p:cxnSp>
        <p:nvCxnSpPr>
          <p:cNvPr id="171" name="Google Shape;2799;p94">
            <a:extLst>
              <a:ext uri="{FF2B5EF4-FFF2-40B4-BE49-F238E27FC236}">
                <a16:creationId xmlns:a16="http://schemas.microsoft.com/office/drawing/2014/main" id="{1DD03E5E-FCF0-4EC5-BA97-518950F7A41C}"/>
              </a:ext>
            </a:extLst>
          </p:cNvPr>
          <p:cNvCxnSpPr>
            <a:cxnSpLocks/>
          </p:cNvCxnSpPr>
          <p:nvPr userDrawn="1"/>
        </p:nvCxnSpPr>
        <p:spPr>
          <a:xfrm>
            <a:off x="7250583" y="4094630"/>
            <a:ext cx="686698" cy="0"/>
          </a:xfrm>
          <a:prstGeom prst="straightConnector1">
            <a:avLst/>
          </a:prstGeom>
          <a:noFill/>
          <a:ln w="25400" cap="flat" cmpd="sng">
            <a:solidFill>
              <a:schemeClr val="accent3"/>
            </a:solidFill>
            <a:prstDash val="solid"/>
            <a:round/>
            <a:headEnd type="none" w="med" len="med"/>
            <a:tailEnd type="none" w="med" len="med"/>
          </a:ln>
        </p:spPr>
      </p:cxnSp>
      <p:sp>
        <p:nvSpPr>
          <p:cNvPr id="4" name="Заголовок 3">
            <a:extLst>
              <a:ext uri="{FF2B5EF4-FFF2-40B4-BE49-F238E27FC236}">
                <a16:creationId xmlns:a16="http://schemas.microsoft.com/office/drawing/2014/main" id="{A19765B8-4F24-5E1F-432E-F592BFAF73CE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ru-RU"/>
              <a:t>Образец заголовка</a:t>
            </a:r>
          </a:p>
        </p:txBody>
      </p:sp>
      <p:sp>
        <p:nvSpPr>
          <p:cNvPr id="9" name="Дата 8">
            <a:extLst>
              <a:ext uri="{FF2B5EF4-FFF2-40B4-BE49-F238E27FC236}">
                <a16:creationId xmlns:a16="http://schemas.microsoft.com/office/drawing/2014/main" id="{E19B813A-8796-C89A-4669-BFA5CA98F24A}"/>
              </a:ext>
            </a:extLst>
          </p:cNvPr>
          <p:cNvSpPr>
            <a:spLocks noGrp="1"/>
          </p:cNvSpPr>
          <p:nvPr>
            <p:ph type="dt" sz="half" idx="28"/>
          </p:nvPr>
        </p:nvSpPr>
        <p:spPr/>
        <p:txBody>
          <a:bodyPr/>
          <a:lstStyle/>
          <a:p>
            <a:fld id="{9D490EE5-ED7D-46E8-8345-A78A0CB0F4A4}" type="datetime1">
              <a:rPr lang="ru-RU" smtClean="0"/>
              <a:t>02.10.2026</a:t>
            </a:fld>
            <a:endParaRPr lang="ru-RU"/>
          </a:p>
        </p:txBody>
      </p:sp>
      <p:sp>
        <p:nvSpPr>
          <p:cNvPr id="10" name="Нижний колонтитул 9">
            <a:extLst>
              <a:ext uri="{FF2B5EF4-FFF2-40B4-BE49-F238E27FC236}">
                <a16:creationId xmlns:a16="http://schemas.microsoft.com/office/drawing/2014/main" id="{2648A9B9-3888-6E59-EA1C-76276C4EE93D}"/>
              </a:ext>
            </a:extLst>
          </p:cNvPr>
          <p:cNvSpPr>
            <a:spLocks noGrp="1"/>
          </p:cNvSpPr>
          <p:nvPr>
            <p:ph type="ftr" sz="quarter" idx="29"/>
          </p:nvPr>
        </p:nvSpPr>
        <p:spPr/>
        <p:txBody>
          <a:bodyPr/>
          <a:lstStyle/>
          <a:p>
            <a:endParaRPr lang="ru-RU"/>
          </a:p>
        </p:txBody>
      </p:sp>
      <p:sp>
        <p:nvSpPr>
          <p:cNvPr id="11" name="Номер слайда 10">
            <a:extLst>
              <a:ext uri="{FF2B5EF4-FFF2-40B4-BE49-F238E27FC236}">
                <a16:creationId xmlns:a16="http://schemas.microsoft.com/office/drawing/2014/main" id="{0E2B1EF5-F5AA-C72A-5C4D-8EE372388A4E}"/>
              </a:ext>
            </a:extLst>
          </p:cNvPr>
          <p:cNvSpPr>
            <a:spLocks noGrp="1"/>
          </p:cNvSpPr>
          <p:nvPr>
            <p:ph type="sldNum" sz="quarter" idx="30"/>
          </p:nvPr>
        </p:nvSpPr>
        <p:spPr/>
        <p:txBody>
          <a:bodyPr/>
          <a:lstStyle/>
          <a:p>
            <a:fld id="{52DCC5B9-D646-4B76-891F-6FF4E74E9CB4}" type="slidenum">
              <a:rPr lang="ru-RU" smtClean="0"/>
              <a:pPr/>
              <a:t>‹#›</a:t>
            </a:fld>
            <a:endParaRPr lang="ru-RU" dirty="0"/>
          </a:p>
        </p:txBody>
      </p:sp>
    </p:spTree>
    <p:extLst>
      <p:ext uri="{BB962C8B-B14F-4D97-AF65-F5344CB8AC3E}">
        <p14:creationId xmlns:p14="http://schemas.microsoft.com/office/powerpoint/2010/main" val="3246419723"/>
      </p:ext>
    </p:extLst>
  </p:cSld>
  <p:clrMapOvr>
    <a:masterClrMapping/>
  </p:clrMapOvr>
</p:sldLayout>
</file>

<file path=ppt/slideLayouts/slideLayout2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3_Демо_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5" name="Picture Placeholder 1">
            <a:extLst>
              <a:ext uri="{FF2B5EF4-FFF2-40B4-BE49-F238E27FC236}">
                <a16:creationId xmlns:a16="http://schemas.microsoft.com/office/drawing/2014/main" id="{2E6A2544-8689-48EB-9658-2D1DE4E48784}"/>
              </a:ext>
            </a:extLst>
          </p:cNvPr>
          <p:cNvSpPr>
            <a:spLocks noGrp="1"/>
          </p:cNvSpPr>
          <p:nvPr>
            <p:ph type="pic" sz="quarter" idx="14"/>
          </p:nvPr>
        </p:nvSpPr>
        <p:spPr>
          <a:xfrm>
            <a:off x="1001460" y="1038224"/>
            <a:ext cx="1726214" cy="3657600"/>
          </a:xfrm>
          <a:prstGeom prst="roundRect">
            <a:avLst>
              <a:gd name="adj" fmla="val 12528"/>
            </a:avLst>
          </a:prstGeom>
          <a:noFill/>
        </p:spPr>
      </p:sp>
      <p:sp>
        <p:nvSpPr>
          <p:cNvPr id="75" name="Picture Placeholder 1">
            <a:extLst>
              <a:ext uri="{FF2B5EF4-FFF2-40B4-BE49-F238E27FC236}">
                <a16:creationId xmlns:a16="http://schemas.microsoft.com/office/drawing/2014/main" id="{5F8A3887-CB84-43EA-BFC4-CD93F421C5F2}"/>
              </a:ext>
            </a:extLst>
          </p:cNvPr>
          <p:cNvSpPr>
            <a:spLocks noGrp="1"/>
          </p:cNvSpPr>
          <p:nvPr>
            <p:ph type="pic" sz="quarter" idx="15"/>
          </p:nvPr>
        </p:nvSpPr>
        <p:spPr>
          <a:xfrm>
            <a:off x="3831097" y="1038224"/>
            <a:ext cx="1726214" cy="3657600"/>
          </a:xfrm>
          <a:prstGeom prst="roundRect">
            <a:avLst>
              <a:gd name="adj" fmla="val 12528"/>
            </a:avLst>
          </a:prstGeom>
          <a:noFill/>
        </p:spPr>
      </p:sp>
      <p:sp>
        <p:nvSpPr>
          <p:cNvPr id="102" name="Picture Placeholder 1">
            <a:extLst>
              <a:ext uri="{FF2B5EF4-FFF2-40B4-BE49-F238E27FC236}">
                <a16:creationId xmlns:a16="http://schemas.microsoft.com/office/drawing/2014/main" id="{E009EEBC-6069-4389-9953-A05FCC07FDF9}"/>
              </a:ext>
            </a:extLst>
          </p:cNvPr>
          <p:cNvSpPr>
            <a:spLocks noGrp="1"/>
          </p:cNvSpPr>
          <p:nvPr>
            <p:ph type="pic" sz="quarter" idx="16"/>
          </p:nvPr>
        </p:nvSpPr>
        <p:spPr>
          <a:xfrm>
            <a:off x="6660734" y="1038224"/>
            <a:ext cx="1726214" cy="3657600"/>
          </a:xfrm>
          <a:prstGeom prst="roundRect">
            <a:avLst>
              <a:gd name="adj" fmla="val 12528"/>
            </a:avLst>
          </a:prstGeom>
          <a:noFill/>
        </p:spPr>
      </p:sp>
      <p:sp>
        <p:nvSpPr>
          <p:cNvPr id="171" name="Picture Placeholder 1">
            <a:extLst>
              <a:ext uri="{FF2B5EF4-FFF2-40B4-BE49-F238E27FC236}">
                <a16:creationId xmlns:a16="http://schemas.microsoft.com/office/drawing/2014/main" id="{16E9D3D5-A966-4770-89F5-48C9F92735FE}"/>
              </a:ext>
            </a:extLst>
          </p:cNvPr>
          <p:cNvSpPr>
            <a:spLocks noGrp="1"/>
          </p:cNvSpPr>
          <p:nvPr>
            <p:ph type="pic" sz="quarter" idx="17"/>
          </p:nvPr>
        </p:nvSpPr>
        <p:spPr>
          <a:xfrm>
            <a:off x="9490368" y="1038224"/>
            <a:ext cx="1726214" cy="3657600"/>
          </a:xfrm>
          <a:prstGeom prst="roundRect">
            <a:avLst>
              <a:gd name="adj" fmla="val 12528"/>
            </a:avLst>
          </a:prstGeom>
          <a:noFill/>
        </p:spPr>
      </p:sp>
      <p:sp>
        <p:nvSpPr>
          <p:cNvPr id="5" name="Дата 3">
            <a:extLst>
              <a:ext uri="{FF2B5EF4-FFF2-40B4-BE49-F238E27FC236}">
                <a16:creationId xmlns:a16="http://schemas.microsoft.com/office/drawing/2014/main" id="{916B7A0B-21BC-45FE-AFF7-52F34B6D0F83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306390" y="6356362"/>
            <a:ext cx="1047663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760">
                <a:solidFill>
                  <a:schemeClr val="bg1">
                    <a:lumMod val="95000"/>
                  </a:schemeClr>
                </a:solidFill>
              </a:defRPr>
            </a:lvl1pPr>
          </a:lstStyle>
          <a:p>
            <a:fld id="{DC8C16AD-D907-4463-BE30-FCBB33ACAE3F}" type="datetime1">
              <a:rPr lang="ru-RU" smtClean="0"/>
              <a:t>02.10.2026</a:t>
            </a:fld>
            <a:endParaRPr lang="ru-RU"/>
          </a:p>
        </p:txBody>
      </p:sp>
      <p:sp>
        <p:nvSpPr>
          <p:cNvPr id="6" name="Нижний колонтитул 4">
            <a:extLst>
              <a:ext uri="{FF2B5EF4-FFF2-40B4-BE49-F238E27FC236}">
                <a16:creationId xmlns:a16="http://schemas.microsoft.com/office/drawing/2014/main" id="{6D393D3D-D368-4E15-8F2F-7A07229A98A8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1459571" y="6356362"/>
            <a:ext cx="9574782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760">
                <a:solidFill>
                  <a:schemeClr val="bg1">
                    <a:lumMod val="95000"/>
                  </a:schemeClr>
                </a:solidFill>
              </a:defRPr>
            </a:lvl1pPr>
          </a:lstStyle>
          <a:p>
            <a:endParaRPr lang="ru-RU"/>
          </a:p>
        </p:txBody>
      </p:sp>
      <p:sp>
        <p:nvSpPr>
          <p:cNvPr id="7" name="Номер слайда 5">
            <a:extLst>
              <a:ext uri="{FF2B5EF4-FFF2-40B4-BE49-F238E27FC236}">
                <a16:creationId xmlns:a16="http://schemas.microsoft.com/office/drawing/2014/main" id="{0F5F999C-FF8F-49FD-8575-A50C0300C4F5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11413507" y="6356358"/>
            <a:ext cx="559119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bg1">
                    <a:lumMod val="95000"/>
                  </a:schemeClr>
                </a:solidFill>
              </a:defRPr>
            </a:lvl1pPr>
          </a:lstStyle>
          <a:p>
            <a:fld id="{52DCC5B9-D646-4B76-891F-6FF4E74E9CB4}" type="slidenum">
              <a:rPr lang="ru-RU" smtClean="0"/>
              <a:pPr/>
              <a:t>‹#›</a:t>
            </a:fld>
            <a:endParaRPr lang="ru-RU" dirty="0"/>
          </a:p>
        </p:txBody>
      </p:sp>
      <p:sp>
        <p:nvSpPr>
          <p:cNvPr id="197" name="Текст 7">
            <a:extLst>
              <a:ext uri="{FF2B5EF4-FFF2-40B4-BE49-F238E27FC236}">
                <a16:creationId xmlns:a16="http://schemas.microsoft.com/office/drawing/2014/main" id="{B3D45624-8EA3-4B52-B030-A364BB470CC4}"/>
              </a:ext>
            </a:extLst>
          </p:cNvPr>
          <p:cNvSpPr>
            <a:spLocks noGrp="1"/>
          </p:cNvSpPr>
          <p:nvPr>
            <p:ph type="body" sz="quarter" idx="18"/>
          </p:nvPr>
        </p:nvSpPr>
        <p:spPr>
          <a:xfrm>
            <a:off x="346076" y="4929435"/>
            <a:ext cx="2739248" cy="1271340"/>
          </a:xfrm>
        </p:spPr>
        <p:txBody>
          <a:bodyPr/>
          <a:lstStyle/>
          <a:p>
            <a:pPr lvl="0"/>
            <a:r>
              <a:rPr lang="ru-RU"/>
              <a:t>Образец текста</a:t>
            </a:r>
          </a:p>
          <a:p>
            <a:pPr lvl="1"/>
            <a:r>
              <a:rPr lang="ru-RU"/>
              <a:t>Второй уровень</a:t>
            </a:r>
          </a:p>
          <a:p>
            <a:pPr lvl="2"/>
            <a:r>
              <a:rPr lang="ru-RU"/>
              <a:t>Третий уровень</a:t>
            </a:r>
          </a:p>
          <a:p>
            <a:pPr lvl="3"/>
            <a:r>
              <a:rPr lang="ru-RU"/>
              <a:t>Четвертый уровень</a:t>
            </a:r>
          </a:p>
          <a:p>
            <a:pPr lvl="4"/>
            <a:r>
              <a:rPr lang="ru-RU"/>
              <a:t>Пятый уровень</a:t>
            </a:r>
          </a:p>
        </p:txBody>
      </p:sp>
      <p:sp>
        <p:nvSpPr>
          <p:cNvPr id="198" name="Текст 7">
            <a:extLst>
              <a:ext uri="{FF2B5EF4-FFF2-40B4-BE49-F238E27FC236}">
                <a16:creationId xmlns:a16="http://schemas.microsoft.com/office/drawing/2014/main" id="{CA86BD45-703D-484A-9D4A-1FEA90A4808F}"/>
              </a:ext>
            </a:extLst>
          </p:cNvPr>
          <p:cNvSpPr>
            <a:spLocks noGrp="1"/>
          </p:cNvSpPr>
          <p:nvPr>
            <p:ph type="body" sz="quarter" idx="19"/>
          </p:nvPr>
        </p:nvSpPr>
        <p:spPr>
          <a:xfrm>
            <a:off x="3269562" y="4929435"/>
            <a:ext cx="2739248" cy="1271340"/>
          </a:xfrm>
        </p:spPr>
        <p:txBody>
          <a:bodyPr/>
          <a:lstStyle/>
          <a:p>
            <a:pPr lvl="0"/>
            <a:r>
              <a:rPr lang="ru-RU"/>
              <a:t>Образец текста</a:t>
            </a:r>
          </a:p>
          <a:p>
            <a:pPr lvl="1"/>
            <a:r>
              <a:rPr lang="ru-RU"/>
              <a:t>Второй уровень</a:t>
            </a:r>
          </a:p>
          <a:p>
            <a:pPr lvl="2"/>
            <a:r>
              <a:rPr lang="ru-RU"/>
              <a:t>Третий уровень</a:t>
            </a:r>
          </a:p>
          <a:p>
            <a:pPr lvl="3"/>
            <a:r>
              <a:rPr lang="ru-RU"/>
              <a:t>Четвертый уровень</a:t>
            </a:r>
          </a:p>
          <a:p>
            <a:pPr lvl="4"/>
            <a:r>
              <a:rPr lang="ru-RU"/>
              <a:t>Пятый уровень</a:t>
            </a:r>
          </a:p>
        </p:txBody>
      </p:sp>
      <p:sp>
        <p:nvSpPr>
          <p:cNvPr id="199" name="Текст 7">
            <a:extLst>
              <a:ext uri="{FF2B5EF4-FFF2-40B4-BE49-F238E27FC236}">
                <a16:creationId xmlns:a16="http://schemas.microsoft.com/office/drawing/2014/main" id="{0FE3D94F-B533-4C0D-9E9B-72F06706305C}"/>
              </a:ext>
            </a:extLst>
          </p:cNvPr>
          <p:cNvSpPr>
            <a:spLocks noGrp="1"/>
          </p:cNvSpPr>
          <p:nvPr>
            <p:ph type="body" sz="quarter" idx="20"/>
          </p:nvPr>
        </p:nvSpPr>
        <p:spPr>
          <a:xfrm>
            <a:off x="6193048" y="4929435"/>
            <a:ext cx="2739248" cy="1271340"/>
          </a:xfrm>
        </p:spPr>
        <p:txBody>
          <a:bodyPr/>
          <a:lstStyle/>
          <a:p>
            <a:pPr lvl="0"/>
            <a:r>
              <a:rPr lang="ru-RU"/>
              <a:t>Образец текста</a:t>
            </a:r>
          </a:p>
          <a:p>
            <a:pPr lvl="1"/>
            <a:r>
              <a:rPr lang="ru-RU"/>
              <a:t>Второй уровень</a:t>
            </a:r>
          </a:p>
          <a:p>
            <a:pPr lvl="2"/>
            <a:r>
              <a:rPr lang="ru-RU"/>
              <a:t>Третий уровень</a:t>
            </a:r>
          </a:p>
          <a:p>
            <a:pPr lvl="3"/>
            <a:r>
              <a:rPr lang="ru-RU"/>
              <a:t>Четвертый уровень</a:t>
            </a:r>
          </a:p>
          <a:p>
            <a:pPr lvl="4"/>
            <a:r>
              <a:rPr lang="ru-RU"/>
              <a:t>Пятый уровень</a:t>
            </a:r>
          </a:p>
        </p:txBody>
      </p:sp>
      <p:sp>
        <p:nvSpPr>
          <p:cNvPr id="200" name="Текст 7">
            <a:extLst>
              <a:ext uri="{FF2B5EF4-FFF2-40B4-BE49-F238E27FC236}">
                <a16:creationId xmlns:a16="http://schemas.microsoft.com/office/drawing/2014/main" id="{0C4A1F6E-BDC1-410D-A748-7E90C2221ED1}"/>
              </a:ext>
            </a:extLst>
          </p:cNvPr>
          <p:cNvSpPr>
            <a:spLocks noGrp="1"/>
          </p:cNvSpPr>
          <p:nvPr>
            <p:ph type="body" sz="quarter" idx="21"/>
          </p:nvPr>
        </p:nvSpPr>
        <p:spPr>
          <a:xfrm>
            <a:off x="9116535" y="4929435"/>
            <a:ext cx="2739248" cy="1271340"/>
          </a:xfrm>
        </p:spPr>
        <p:txBody>
          <a:bodyPr/>
          <a:lstStyle/>
          <a:p>
            <a:pPr lvl="0"/>
            <a:r>
              <a:rPr lang="ru-RU"/>
              <a:t>Образец текста</a:t>
            </a:r>
          </a:p>
          <a:p>
            <a:pPr lvl="1"/>
            <a:r>
              <a:rPr lang="ru-RU"/>
              <a:t>Второй уровень</a:t>
            </a:r>
          </a:p>
          <a:p>
            <a:pPr lvl="2"/>
            <a:r>
              <a:rPr lang="ru-RU"/>
              <a:t>Третий уровень</a:t>
            </a:r>
          </a:p>
          <a:p>
            <a:pPr lvl="3"/>
            <a:r>
              <a:rPr lang="ru-RU"/>
              <a:t>Четвертый уровень</a:t>
            </a:r>
          </a:p>
          <a:p>
            <a:pPr lvl="4"/>
            <a:r>
              <a:rPr lang="ru-RU"/>
              <a:t>Пятый уровень</a:t>
            </a:r>
          </a:p>
        </p:txBody>
      </p:sp>
      <p:sp>
        <p:nvSpPr>
          <p:cNvPr id="2" name="Заголовок 1">
            <a:extLst>
              <a:ext uri="{FF2B5EF4-FFF2-40B4-BE49-F238E27FC236}">
                <a16:creationId xmlns:a16="http://schemas.microsoft.com/office/drawing/2014/main" id="{D008DEFE-D4AF-4461-AEAA-AABBFA14735A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ru-RU"/>
              <a:t>Образец заголовка</a:t>
            </a:r>
          </a:p>
        </p:txBody>
      </p:sp>
    </p:spTree>
    <p:extLst>
      <p:ext uri="{BB962C8B-B14F-4D97-AF65-F5344CB8AC3E}">
        <p14:creationId xmlns:p14="http://schemas.microsoft.com/office/powerpoint/2010/main" val="3218645854"/>
      </p:ext>
    </p:extLst>
  </p:cSld>
  <p:clrMapOvr>
    <a:masterClrMapping/>
  </p:clrMapOvr>
</p:sldLayout>
</file>

<file path=ppt/slideLayouts/slideLayout23.xml><?xml version="1.0" encoding="utf-8"?>
<p:sldLayout xmlns:a="http://schemas.openxmlformats.org/drawingml/2006/main" xmlns:r="http://schemas.openxmlformats.org/officeDocument/2006/relationships" xmlns:p="http://schemas.openxmlformats.org/presentationml/2006/main" userDrawn="1">
  <p:cSld name="Пустой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  <p:extLst>
      <p:ext uri="{BB962C8B-B14F-4D97-AF65-F5344CB8AC3E}">
        <p14:creationId xmlns:p14="http://schemas.microsoft.com/office/powerpoint/2010/main" val="3017695031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slideLayout" Target="../slideLayouts/slideLayout12.xml"/><Relationship Id="rId13" Type="http://schemas.openxmlformats.org/officeDocument/2006/relationships/slideLayout" Target="../slideLayouts/slideLayout13.xml"/><Relationship Id="rId14" Type="http://schemas.openxmlformats.org/officeDocument/2006/relationships/slideLayout" Target="../slideLayouts/slideLayout14.xml"/><Relationship Id="rId15" Type="http://schemas.openxmlformats.org/officeDocument/2006/relationships/slideLayout" Target="../slideLayouts/slideLayout15.xml"/><Relationship Id="rId16" Type="http://schemas.openxmlformats.org/officeDocument/2006/relationships/slideLayout" Target="../slideLayouts/slideLayout16.xml"/><Relationship Id="rId17" Type="http://schemas.openxmlformats.org/officeDocument/2006/relationships/slideLayout" Target="../slideLayouts/slideLayout17.xml"/><Relationship Id="rId18" Type="http://schemas.openxmlformats.org/officeDocument/2006/relationships/slideLayout" Target="../slideLayouts/slideLayout18.xml"/><Relationship Id="rId19" Type="http://schemas.openxmlformats.org/officeDocument/2006/relationships/slideLayout" Target="../slideLayouts/slideLayout19.xml"/><Relationship Id="rId20" Type="http://schemas.openxmlformats.org/officeDocument/2006/relationships/slideLayout" Target="../slideLayouts/slideLayout20.xml"/><Relationship Id="rId21" Type="http://schemas.openxmlformats.org/officeDocument/2006/relationships/slideLayout" Target="../slideLayouts/slideLayout21.xml"/><Relationship Id="rId22" Type="http://schemas.openxmlformats.org/officeDocument/2006/relationships/slideLayout" Target="../slideLayouts/slideLayout22.xml"/><Relationship Id="rId23" Type="http://schemas.openxmlformats.org/officeDocument/2006/relationships/slideLayout" Target="../slideLayouts/slideLayout23.xml"/><Relationship Id="rId24" Type="http://schemas.openxmlformats.org/officeDocument/2006/relationships/theme" Target="../theme/theme1.xml"/><Relationship Id="rId25" Type="http://schemas.openxmlformats.org/officeDocument/2006/relationships/image" Target="../media/image1.png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Pr>
        <a:blipFill dpi="0" rotWithShape="1">
          <a:blip r:embed="rId25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>
            <a:extLst>
              <a:ext uri="{FF2B5EF4-FFF2-40B4-BE49-F238E27FC236}">
                <a16:creationId xmlns:a16="http://schemas.microsoft.com/office/drawing/2014/main" id="{F2BCE23A-38F1-44E4-8D99-E9CD24A3AF81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346075" y="421226"/>
            <a:ext cx="9862734" cy="376138"/>
          </a:xfrm>
          <a:prstGeom prst="rect">
            <a:avLst/>
          </a:prstGeom>
        </p:spPr>
        <p:txBody>
          <a:bodyPr vert="horz" lIns="91440" tIns="45720" rIns="91440" bIns="45720" rtlCol="0" anchor="b" anchorCtr="0">
            <a:noAutofit/>
          </a:bodyPr>
          <a:lstStyle/>
          <a:p>
            <a:r>
              <a:rPr lang="ru-RU" dirty="0"/>
              <a:t>ОБРАЗЕЦ ЗАГОЛОВКА</a:t>
            </a:r>
          </a:p>
        </p:txBody>
      </p:sp>
      <p:sp>
        <p:nvSpPr>
          <p:cNvPr id="3" name="Текст 2">
            <a:extLst>
              <a:ext uri="{FF2B5EF4-FFF2-40B4-BE49-F238E27FC236}">
                <a16:creationId xmlns:a16="http://schemas.microsoft.com/office/drawing/2014/main" id="{36EAD268-7E0C-4473-BF2C-A75921B98BC7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315392" y="1016177"/>
            <a:ext cx="11561229" cy="516079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ru-RU" dirty="0"/>
              <a:t>Образец текста</a:t>
            </a:r>
          </a:p>
          <a:p>
            <a:pPr lvl="1"/>
            <a:r>
              <a:rPr lang="ru-RU" dirty="0"/>
              <a:t>Второй уровень</a:t>
            </a:r>
          </a:p>
          <a:p>
            <a:pPr lvl="2"/>
            <a:r>
              <a:rPr lang="ru-RU" dirty="0"/>
              <a:t>Третий уровень</a:t>
            </a:r>
          </a:p>
          <a:p>
            <a:pPr lvl="3"/>
            <a:r>
              <a:rPr lang="ru-RU" dirty="0"/>
              <a:t>Четвертый уровень</a:t>
            </a:r>
          </a:p>
          <a:p>
            <a:pPr lvl="4"/>
            <a:r>
              <a:rPr lang="ru-RU" dirty="0"/>
              <a:t>Пятый уровень</a:t>
            </a:r>
          </a:p>
        </p:txBody>
      </p:sp>
      <p:sp>
        <p:nvSpPr>
          <p:cNvPr id="4" name="Дата 3">
            <a:extLst>
              <a:ext uri="{FF2B5EF4-FFF2-40B4-BE49-F238E27FC236}">
                <a16:creationId xmlns:a16="http://schemas.microsoft.com/office/drawing/2014/main" id="{D905FB47-C828-44E8-81A6-7D70F28691C7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306390" y="6356362"/>
            <a:ext cx="1047663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760">
                <a:solidFill>
                  <a:schemeClr val="bg1">
                    <a:lumMod val="95000"/>
                  </a:schemeClr>
                </a:solidFill>
              </a:defRPr>
            </a:lvl1pPr>
          </a:lstStyle>
          <a:p>
            <a:fld id="{9D490EE5-ED7D-46E8-8345-A78A0CB0F4A4}" type="datetime1">
              <a:rPr lang="ru-RU" smtClean="0"/>
              <a:t>02.10.2026</a:t>
            </a:fld>
            <a:endParaRPr lang="ru-RU"/>
          </a:p>
        </p:txBody>
      </p:sp>
      <p:sp>
        <p:nvSpPr>
          <p:cNvPr id="5" name="Нижний колонтитул 4">
            <a:extLst>
              <a:ext uri="{FF2B5EF4-FFF2-40B4-BE49-F238E27FC236}">
                <a16:creationId xmlns:a16="http://schemas.microsoft.com/office/drawing/2014/main" id="{738C8EAA-BD95-4729-8C84-AB6D45F44AA3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1459571" y="6356362"/>
            <a:ext cx="9574782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760">
                <a:solidFill>
                  <a:schemeClr val="bg1">
                    <a:lumMod val="95000"/>
                  </a:schemeClr>
                </a:solidFill>
              </a:defRPr>
            </a:lvl1pPr>
          </a:lstStyle>
          <a:p>
            <a:endParaRPr lang="ru-RU"/>
          </a:p>
        </p:txBody>
      </p:sp>
      <p:sp>
        <p:nvSpPr>
          <p:cNvPr id="15" name="Номер слайда 5">
            <a:extLst>
              <a:ext uri="{FF2B5EF4-FFF2-40B4-BE49-F238E27FC236}">
                <a16:creationId xmlns:a16="http://schemas.microsoft.com/office/drawing/2014/main" id="{797EBB71-A16C-4900-8120-78386F05C8E8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11413507" y="6356358"/>
            <a:ext cx="559119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bg1">
                    <a:lumMod val="95000"/>
                  </a:schemeClr>
                </a:solidFill>
              </a:defRPr>
            </a:lvl1pPr>
          </a:lstStyle>
          <a:p>
            <a:fld id="{52DCC5B9-D646-4B76-891F-6FF4E74E9CB4}" type="slidenum">
              <a:rPr lang="ru-RU" smtClean="0"/>
              <a:pPr/>
              <a:t>‹#›</a:t>
            </a:fld>
            <a:endParaRPr lang="ru-RU" dirty="0"/>
          </a:p>
        </p:txBody>
      </p:sp>
    </p:spTree>
    <p:extLst>
      <p:ext uri="{BB962C8B-B14F-4D97-AF65-F5344CB8AC3E}">
        <p14:creationId xmlns:p14="http://schemas.microsoft.com/office/powerpoint/2010/main" val="142615276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61" r:id="rId1"/>
    <p:sldLayoutId id="2147483704" r:id="rId2"/>
    <p:sldLayoutId id="2147483694" r:id="rId3"/>
    <p:sldLayoutId id="2147483688" r:id="rId4"/>
    <p:sldLayoutId id="2147483662" r:id="rId5"/>
    <p:sldLayoutId id="2147483663" r:id="rId6"/>
    <p:sldLayoutId id="2147483664" r:id="rId7"/>
    <p:sldLayoutId id="2147483666" r:id="rId8"/>
    <p:sldLayoutId id="2147483667" r:id="rId9"/>
    <p:sldLayoutId id="2147483668" r:id="rId10"/>
    <p:sldLayoutId id="2147483689" r:id="rId11"/>
    <p:sldLayoutId id="2147483690" r:id="rId12"/>
    <p:sldLayoutId id="2147483702" r:id="rId13"/>
    <p:sldLayoutId id="2147483691" r:id="rId14"/>
    <p:sldLayoutId id="2147483692" r:id="rId15"/>
    <p:sldLayoutId id="2147483693" r:id="rId16"/>
    <p:sldLayoutId id="2147483696" r:id="rId17"/>
    <p:sldLayoutId id="2147483697" r:id="rId18"/>
    <p:sldLayoutId id="2147483698" r:id="rId19"/>
    <p:sldLayoutId id="2147483699" r:id="rId20"/>
    <p:sldLayoutId id="2147483700" r:id="rId21"/>
    <p:sldLayoutId id="2147483701" r:id="rId22"/>
    <p:sldLayoutId id="2147483703" r:id="rId23"/>
  </p:sldLayoutIdLst>
  <p:hf hdr="0" ftr="0" dt="0"/>
  <p:txStyles>
    <p:titleStyle>
      <a:lvl1pPr algn="l" defTabSz="578755" rtl="0" eaLnBrk="1" latinLnBrk="0" hangingPunct="1">
        <a:lnSpc>
          <a:spcPct val="90000"/>
        </a:lnSpc>
        <a:spcBef>
          <a:spcPct val="0"/>
        </a:spcBef>
        <a:buNone/>
        <a:defRPr sz="1997" b="1" kern="1200">
          <a:solidFill>
            <a:schemeClr val="bg1">
              <a:lumMod val="95000"/>
            </a:schemeClr>
          </a:solidFill>
          <a:latin typeface="+mj-lt"/>
          <a:ea typeface="+mj-ea"/>
          <a:cs typeface="Amatic SC" panose="00000500000000000000" pitchFamily="2" charset="-79"/>
        </a:defRPr>
      </a:lvl1pPr>
    </p:titleStyle>
    <p:bodyStyle>
      <a:lvl1pPr marL="144688" indent="-144688" algn="l" defTabSz="578755" rtl="0" eaLnBrk="1" latinLnBrk="0" hangingPunct="1">
        <a:lnSpc>
          <a:spcPct val="90000"/>
        </a:lnSpc>
        <a:spcBef>
          <a:spcPts val="631"/>
        </a:spcBef>
        <a:buFont typeface="Arial" panose="020B0604020202020204" pitchFamily="34" charset="0"/>
        <a:buChar char="•"/>
        <a:defRPr sz="1452" kern="1200">
          <a:solidFill>
            <a:schemeClr val="bg1">
              <a:lumMod val="95000"/>
            </a:schemeClr>
          </a:solidFill>
          <a:latin typeface="+mn-lt"/>
          <a:ea typeface="+mn-ea"/>
          <a:cs typeface="+mn-cs"/>
        </a:defRPr>
      </a:lvl1pPr>
      <a:lvl2pPr marL="434067" indent="-144688" algn="l" defTabSz="578755" rtl="0" eaLnBrk="1" latinLnBrk="0" hangingPunct="1">
        <a:lnSpc>
          <a:spcPct val="90000"/>
        </a:lnSpc>
        <a:spcBef>
          <a:spcPts val="317"/>
        </a:spcBef>
        <a:buFont typeface="Arial" panose="020B0604020202020204" pitchFamily="34" charset="0"/>
        <a:buChar char="•"/>
        <a:defRPr sz="1271" kern="1200">
          <a:solidFill>
            <a:schemeClr val="bg1">
              <a:lumMod val="95000"/>
            </a:schemeClr>
          </a:solidFill>
          <a:latin typeface="+mn-lt"/>
          <a:ea typeface="+mn-ea"/>
          <a:cs typeface="+mn-cs"/>
        </a:defRPr>
      </a:lvl2pPr>
      <a:lvl3pPr marL="723445" indent="-144688" algn="l" defTabSz="578755" rtl="0" eaLnBrk="1" latinLnBrk="0" hangingPunct="1">
        <a:lnSpc>
          <a:spcPct val="90000"/>
        </a:lnSpc>
        <a:spcBef>
          <a:spcPts val="317"/>
        </a:spcBef>
        <a:buFont typeface="Arial" panose="020B0604020202020204" pitchFamily="34" charset="0"/>
        <a:buChar char="•"/>
        <a:defRPr sz="997" kern="1200">
          <a:solidFill>
            <a:schemeClr val="bg1">
              <a:lumMod val="95000"/>
            </a:schemeClr>
          </a:solidFill>
          <a:latin typeface="+mn-lt"/>
          <a:ea typeface="+mn-ea"/>
          <a:cs typeface="+mn-cs"/>
        </a:defRPr>
      </a:lvl3pPr>
      <a:lvl4pPr marL="1012822" indent="-144688" algn="l" defTabSz="578755" rtl="0" eaLnBrk="1" latinLnBrk="0" hangingPunct="1">
        <a:lnSpc>
          <a:spcPct val="90000"/>
        </a:lnSpc>
        <a:spcBef>
          <a:spcPts val="317"/>
        </a:spcBef>
        <a:buFont typeface="Arial" panose="020B0604020202020204" pitchFamily="34" charset="0"/>
        <a:buChar char="•"/>
        <a:defRPr sz="907" kern="1200">
          <a:solidFill>
            <a:schemeClr val="bg1">
              <a:lumMod val="95000"/>
            </a:schemeClr>
          </a:solidFill>
          <a:latin typeface="+mn-lt"/>
          <a:ea typeface="+mn-ea"/>
          <a:cs typeface="+mn-cs"/>
        </a:defRPr>
      </a:lvl4pPr>
      <a:lvl5pPr marL="1302200" indent="-144688" algn="l" defTabSz="578755" rtl="0" eaLnBrk="1" latinLnBrk="0" hangingPunct="1">
        <a:lnSpc>
          <a:spcPct val="90000"/>
        </a:lnSpc>
        <a:spcBef>
          <a:spcPts val="317"/>
        </a:spcBef>
        <a:buFont typeface="Arial" panose="020B0604020202020204" pitchFamily="34" charset="0"/>
        <a:buChar char="•"/>
        <a:defRPr sz="907" kern="1200">
          <a:solidFill>
            <a:schemeClr val="bg1">
              <a:lumMod val="95000"/>
            </a:schemeClr>
          </a:solidFill>
          <a:latin typeface="+mn-lt"/>
          <a:ea typeface="+mn-ea"/>
          <a:cs typeface="+mn-cs"/>
        </a:defRPr>
      </a:lvl5pPr>
      <a:lvl6pPr marL="1591576" indent="-144688" algn="l" defTabSz="578755" rtl="0" eaLnBrk="1" latinLnBrk="0" hangingPunct="1">
        <a:lnSpc>
          <a:spcPct val="90000"/>
        </a:lnSpc>
        <a:spcBef>
          <a:spcPts val="317"/>
        </a:spcBef>
        <a:buFont typeface="Arial" panose="020B0604020202020204" pitchFamily="34" charset="0"/>
        <a:buChar char="•"/>
        <a:defRPr sz="1141" kern="1200">
          <a:solidFill>
            <a:schemeClr val="tx1"/>
          </a:solidFill>
          <a:latin typeface="+mn-lt"/>
          <a:ea typeface="+mn-ea"/>
          <a:cs typeface="+mn-cs"/>
        </a:defRPr>
      </a:lvl6pPr>
      <a:lvl7pPr marL="1880955" indent="-144688" algn="l" defTabSz="578755" rtl="0" eaLnBrk="1" latinLnBrk="0" hangingPunct="1">
        <a:lnSpc>
          <a:spcPct val="90000"/>
        </a:lnSpc>
        <a:spcBef>
          <a:spcPts val="317"/>
        </a:spcBef>
        <a:buFont typeface="Arial" panose="020B0604020202020204" pitchFamily="34" charset="0"/>
        <a:buChar char="•"/>
        <a:defRPr sz="1141" kern="1200">
          <a:solidFill>
            <a:schemeClr val="tx1"/>
          </a:solidFill>
          <a:latin typeface="+mn-lt"/>
          <a:ea typeface="+mn-ea"/>
          <a:cs typeface="+mn-cs"/>
        </a:defRPr>
      </a:lvl7pPr>
      <a:lvl8pPr marL="2170334" indent="-144688" algn="l" defTabSz="578755" rtl="0" eaLnBrk="1" latinLnBrk="0" hangingPunct="1">
        <a:lnSpc>
          <a:spcPct val="90000"/>
        </a:lnSpc>
        <a:spcBef>
          <a:spcPts val="317"/>
        </a:spcBef>
        <a:buFont typeface="Arial" panose="020B0604020202020204" pitchFamily="34" charset="0"/>
        <a:buChar char="•"/>
        <a:defRPr sz="1141" kern="1200">
          <a:solidFill>
            <a:schemeClr val="tx1"/>
          </a:solidFill>
          <a:latin typeface="+mn-lt"/>
          <a:ea typeface="+mn-ea"/>
          <a:cs typeface="+mn-cs"/>
        </a:defRPr>
      </a:lvl8pPr>
      <a:lvl9pPr marL="2459712" indent="-144688" algn="l" defTabSz="578755" rtl="0" eaLnBrk="1" latinLnBrk="0" hangingPunct="1">
        <a:lnSpc>
          <a:spcPct val="90000"/>
        </a:lnSpc>
        <a:spcBef>
          <a:spcPts val="317"/>
        </a:spcBef>
        <a:buFont typeface="Arial" panose="020B0604020202020204" pitchFamily="34" charset="0"/>
        <a:buChar char="•"/>
        <a:defRPr sz="1141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ru-RU"/>
      </a:defPPr>
      <a:lvl1pPr marL="0" algn="l" defTabSz="578755" rtl="0" eaLnBrk="1" latinLnBrk="0" hangingPunct="1">
        <a:defRPr sz="1141" kern="1200">
          <a:solidFill>
            <a:schemeClr val="tx1"/>
          </a:solidFill>
          <a:latin typeface="+mn-lt"/>
          <a:ea typeface="+mn-ea"/>
          <a:cs typeface="+mn-cs"/>
        </a:defRPr>
      </a:lvl1pPr>
      <a:lvl2pPr marL="289378" algn="l" defTabSz="578755" rtl="0" eaLnBrk="1" latinLnBrk="0" hangingPunct="1">
        <a:defRPr sz="1141" kern="1200">
          <a:solidFill>
            <a:schemeClr val="tx1"/>
          </a:solidFill>
          <a:latin typeface="+mn-lt"/>
          <a:ea typeface="+mn-ea"/>
          <a:cs typeface="+mn-cs"/>
        </a:defRPr>
      </a:lvl2pPr>
      <a:lvl3pPr marL="578755" algn="l" defTabSz="578755" rtl="0" eaLnBrk="1" latinLnBrk="0" hangingPunct="1">
        <a:defRPr sz="1141" kern="1200">
          <a:solidFill>
            <a:schemeClr val="tx1"/>
          </a:solidFill>
          <a:latin typeface="+mn-lt"/>
          <a:ea typeface="+mn-ea"/>
          <a:cs typeface="+mn-cs"/>
        </a:defRPr>
      </a:lvl3pPr>
      <a:lvl4pPr marL="868132" algn="l" defTabSz="578755" rtl="0" eaLnBrk="1" latinLnBrk="0" hangingPunct="1">
        <a:defRPr sz="1141" kern="1200">
          <a:solidFill>
            <a:schemeClr val="tx1"/>
          </a:solidFill>
          <a:latin typeface="+mn-lt"/>
          <a:ea typeface="+mn-ea"/>
          <a:cs typeface="+mn-cs"/>
        </a:defRPr>
      </a:lvl4pPr>
      <a:lvl5pPr marL="1157510" algn="l" defTabSz="578755" rtl="0" eaLnBrk="1" latinLnBrk="0" hangingPunct="1">
        <a:defRPr sz="1141" kern="1200">
          <a:solidFill>
            <a:schemeClr val="tx1"/>
          </a:solidFill>
          <a:latin typeface="+mn-lt"/>
          <a:ea typeface="+mn-ea"/>
          <a:cs typeface="+mn-cs"/>
        </a:defRPr>
      </a:lvl5pPr>
      <a:lvl6pPr marL="1446887" algn="l" defTabSz="578755" rtl="0" eaLnBrk="1" latinLnBrk="0" hangingPunct="1">
        <a:defRPr sz="1141" kern="1200">
          <a:solidFill>
            <a:schemeClr val="tx1"/>
          </a:solidFill>
          <a:latin typeface="+mn-lt"/>
          <a:ea typeface="+mn-ea"/>
          <a:cs typeface="+mn-cs"/>
        </a:defRPr>
      </a:lvl6pPr>
      <a:lvl7pPr marL="1736266" algn="l" defTabSz="578755" rtl="0" eaLnBrk="1" latinLnBrk="0" hangingPunct="1">
        <a:defRPr sz="1141" kern="1200">
          <a:solidFill>
            <a:schemeClr val="tx1"/>
          </a:solidFill>
          <a:latin typeface="+mn-lt"/>
          <a:ea typeface="+mn-ea"/>
          <a:cs typeface="+mn-cs"/>
        </a:defRPr>
      </a:lvl7pPr>
      <a:lvl8pPr marL="2025644" algn="l" defTabSz="578755" rtl="0" eaLnBrk="1" latinLnBrk="0" hangingPunct="1">
        <a:defRPr sz="1141" kern="1200">
          <a:solidFill>
            <a:schemeClr val="tx1"/>
          </a:solidFill>
          <a:latin typeface="+mn-lt"/>
          <a:ea typeface="+mn-ea"/>
          <a:cs typeface="+mn-cs"/>
        </a:defRPr>
      </a:lvl8pPr>
      <a:lvl9pPr marL="2315021" algn="l" defTabSz="578755" rtl="0" eaLnBrk="1" latinLnBrk="0" hangingPunct="1">
        <a:defRPr sz="1141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  <p:extLst>
    <p:ext uri="{27BBF7A9-308A-43DC-89C8-2F10F3537804}">
      <p15:sldGuideLst xmlns:p15="http://schemas.microsoft.com/office/powerpoint/2012/main">
        <p15:guide id="19" orient="horz" pos="4156">
          <p15:clr>
            <a:srgbClr val="F26B43"/>
          </p15:clr>
        </p15:guide>
        <p15:guide id="20" orient="horz" pos="482">
          <p15:clr>
            <a:srgbClr val="F26B43"/>
          </p15:clr>
        </p15:guide>
        <p15:guide id="21" pos="218">
          <p15:clr>
            <a:srgbClr val="F26B43"/>
          </p15:clr>
        </p15:guide>
        <p15:guide id="22" pos="7469">
          <p15:clr>
            <a:srgbClr val="F26B43"/>
          </p15:clr>
        </p15:guide>
        <p15:guide id="23" orient="horz" pos="249">
          <p15:clr>
            <a:srgbClr val="F26B43"/>
          </p15:clr>
        </p15:guide>
        <p15:guide id="24" orient="horz" pos="4042">
          <p15:clr>
            <a:srgbClr val="F26B43"/>
          </p15:clr>
        </p15:guide>
        <p15:guide id="25" orient="horz" pos="3906">
          <p15:clr>
            <a:srgbClr val="F26B43"/>
          </p15:clr>
        </p15:guide>
        <p15:guide id="26" orient="horz" pos="640">
          <p15:clr>
            <a:srgbClr val="F26B43"/>
          </p15:clr>
        </p15:guide>
        <p15:guide id="27" pos="3840">
          <p15:clr>
            <a:srgbClr val="F26B43"/>
          </p15:clr>
        </p15:guide>
      </p15:sldGuideLst>
    </p:ext>
  </p:extLst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image" Target="../media/image8.png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.xml"/><Relationship Id="rId3" Type="http://schemas.openxmlformats.org/officeDocument/2006/relationships/image" Target="../media/image1.png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5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5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5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5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5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5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5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5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5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Заголовок 2">
            <a:extLst>
              <a:ext uri="{FF2B5EF4-FFF2-40B4-BE49-F238E27FC236}">
                <a16:creationId xmlns:a16="http://schemas.microsoft.com/office/drawing/2014/main" id="{2FA84A33-0C72-0932-80BA-8E3874357B74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" y="3894513"/>
            <a:ext cx="6271845" cy="1706743"/>
          </a:xfrm>
        </p:spPr>
        <p:txBody>
          <a:bodyPr/>
          <a:lstStyle/>
          <a:p>
            <a:r>
              <a:t>Скаут: обратный найм по подтверждённым навыкам</a:t>
            </a:r>
          </a:p>
        </p:txBody>
      </p:sp>
      <p:sp>
        <p:nvSpPr>
          <p:cNvPr id="5" name="Текст 4">
            <a:extLst>
              <a:ext uri="{FF2B5EF4-FFF2-40B4-BE49-F238E27FC236}">
                <a16:creationId xmlns:a16="http://schemas.microsoft.com/office/drawing/2014/main" id="{37079B28-9FB8-672E-DD52-FA978EC4A21B}"/>
              </a:ext>
            </a:extLst>
          </p:cNvPr>
          <p:cNvSpPr>
            <a:spLocks noGrp="1"/>
          </p:cNvSpPr>
          <p:nvPr>
            <p:ph type="body" sz="quarter" idx="12"/>
          </p:nvPr>
        </p:nvSpPr>
        <p:spPr>
          <a:xfrm>
            <a:off x="0" y="5659501"/>
            <a:ext cx="8930641" cy="757174"/>
          </a:xfrm>
        </p:spPr>
        <p:txBody>
          <a:bodyPr anchor="ctr">
            <a:normAutofit lnSpcReduction="10000"/>
          </a:bodyPr>
          <a:lstStyle/>
          <a:p>
            <a:r>
              <a:t>Цифровая платформа-агрегатор ИТ-вакансий · [Название команды]</a:t>
            </a:r>
          </a:p>
        </p:txBody>
      </p:sp>
      <p:sp>
        <p:nvSpPr>
          <p:cNvPr id="2" name="Скругленный прямоугольник 1">
            <a:extLst>
              <a:ext uri="{FF2B5EF4-FFF2-40B4-BE49-F238E27FC236}">
                <a16:creationId xmlns:a16="http://schemas.microsoft.com/office/drawing/2014/main" id="{42AA0FBE-CF0A-64AF-80E8-EF1996F56DB8}"/>
              </a:ext>
            </a:extLst>
          </p:cNvPr>
          <p:cNvSpPr/>
          <p:nvPr/>
        </p:nvSpPr>
        <p:spPr>
          <a:xfrm>
            <a:off x="-296709" y="-313993"/>
            <a:ext cx="6125156" cy="2285622"/>
          </a:xfrm>
          <a:prstGeom prst="roundRect">
            <a:avLst>
              <a:gd name="adj" fmla="val 9821"/>
            </a:avLst>
          </a:prstGeom>
          <a:noFill/>
          <a:ln w="9525" cap="flat" cmpd="sng" algn="ctr">
            <a:solidFill>
              <a:schemeClr val="accent2"/>
            </a:solidFill>
            <a:prstDash val="solid"/>
            <a:round/>
            <a:headEnd type="none" w="med" len="med"/>
            <a:tailEnd type="none" w="med" len="med"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accent2"/>
          </a:fontRef>
        </p:style>
        <p:txBody>
          <a:bodyPr rtlCol="0" anchor="t"/>
          <a:lstStyle/>
          <a:p>
            <a:pPr algn="ctr"/>
            <a:endParaRPr lang="ru-RU" b="1" dirty="0">
              <a:solidFill>
                <a:schemeClr val="accent2"/>
              </a:solidFill>
            </a:endParaRPr>
          </a:p>
        </p:txBody>
      </p:sp>
      <p:pic>
        <p:nvPicPr>
          <p:cNvPr id="10" name="Рисунок 9">
            <a:extLst>
              <a:ext uri="{FF2B5EF4-FFF2-40B4-BE49-F238E27FC236}">
                <a16:creationId xmlns:a16="http://schemas.microsoft.com/office/drawing/2014/main" id="{00FC7892-251B-3371-00B1-416B799F0D70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346075" y="631174"/>
            <a:ext cx="4905194" cy="620035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980666044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blipFill dpi="0" rotWithShape="1">
          <a:blip r:embed="rId3">
            <a:lum/>
          </a:blip>
          <a:srcRect/>
          <a:stretch>
            <a:fillRect/>
          </a:stretch>
        </a:blip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D9AC977F-019F-1EBC-A1EC-CEAA645B590F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6" name="Скругленный прямоугольник 55">
            <a:extLst>
              <a:ext uri="{FF2B5EF4-FFF2-40B4-BE49-F238E27FC236}">
                <a16:creationId xmlns:a16="http://schemas.microsoft.com/office/drawing/2014/main" id="{635392F3-78F4-5585-E25E-CDBEA7E9F10C}"/>
              </a:ext>
            </a:extLst>
          </p:cNvPr>
          <p:cNvSpPr/>
          <p:nvPr/>
        </p:nvSpPr>
        <p:spPr>
          <a:xfrm>
            <a:off x="2651394" y="1522006"/>
            <a:ext cx="2192713" cy="4834352"/>
          </a:xfrm>
          <a:prstGeom prst="roundRect">
            <a:avLst>
              <a:gd name="adj" fmla="val 9821"/>
            </a:avLst>
          </a:prstGeom>
          <a:solidFill>
            <a:schemeClr val="bg1"/>
          </a:solidFill>
          <a:ln w="9525" cap="flat" cmpd="sng" algn="ctr">
            <a:noFill/>
            <a:prstDash val="solid"/>
            <a:round/>
            <a:headEnd type="none" w="med" len="med"/>
            <a:tailEnd type="none" w="med" len="med"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accent2"/>
          </a:fontRef>
        </p:style>
        <p:txBody>
          <a:bodyPr rtlCol="0" anchor="t"/>
          <a:lstStyle/>
          <a:p>
            <a:pPr algn="ctr"/>
            <a:endParaRPr lang="ru-RU" b="1" dirty="0">
              <a:solidFill>
                <a:schemeClr val="accent2"/>
              </a:solidFill>
            </a:endParaRPr>
          </a:p>
        </p:txBody>
      </p:sp>
      <p:sp>
        <p:nvSpPr>
          <p:cNvPr id="57" name="Текст 8">
            <a:extLst>
              <a:ext uri="{FF2B5EF4-FFF2-40B4-BE49-F238E27FC236}">
                <a16:creationId xmlns:a16="http://schemas.microsoft.com/office/drawing/2014/main" id="{9398668D-F141-1433-7B1B-1518BC470E30}"/>
              </a:ext>
            </a:extLst>
          </p:cNvPr>
          <p:cNvSpPr txBox="1">
            <a:spLocks/>
          </p:cNvSpPr>
          <p:nvPr/>
        </p:nvSpPr>
        <p:spPr>
          <a:xfrm>
            <a:off x="2823678" y="4250028"/>
            <a:ext cx="1894354" cy="1624612"/>
          </a:xfrm>
          <a:prstGeom prst="rect">
            <a:avLst/>
          </a:prstGeom>
          <a:ln>
            <a:noFill/>
          </a:ln>
        </p:spPr>
        <p:txBody>
          <a:bodyPr vert="horz" lIns="91440" tIns="45720" rIns="91440" bIns="45720" rtlCol="0">
            <a:normAutofit/>
          </a:bodyPr>
          <a:lstStyle>
            <a:lvl1pPr marL="144688" indent="-144688" algn="l" defTabSz="578755" rtl="0" eaLnBrk="1" latinLnBrk="0" hangingPunct="1">
              <a:lnSpc>
                <a:spcPct val="90000"/>
              </a:lnSpc>
              <a:spcBef>
                <a:spcPts val="631"/>
              </a:spcBef>
              <a:buClr>
                <a:schemeClr val="accent1"/>
              </a:buClr>
              <a:buFont typeface="Wingdings" pitchFamily="2" charset="2"/>
              <a:buChar char="§"/>
              <a:defRPr sz="1400" kern="120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1pPr>
            <a:lvl2pPr marL="434067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1271" kern="120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2pPr>
            <a:lvl3pPr marL="723445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997" kern="120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3pPr>
            <a:lvl4pPr marL="1012822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907" kern="120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4pPr>
            <a:lvl5pPr marL="1302200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907" kern="120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5pPr>
            <a:lvl6pPr marL="1591576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1141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1880955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1141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2170334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1141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2459712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1141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fontAlgn="base">
              <a:spcBef>
                <a:spcPts val="600"/>
              </a:spcBef>
              <a:buFont typeface="Arial" panose="020B0604020202020204" pitchFamily="34" charset="0"/>
              <a:buChar char="•"/>
            </a:pPr>
            <a:r>
              <a:rPr lang="ru-RU" sz="1200">
                <a:solidFill>
                  <a:schemeClr val="tx1"/>
                </a:solidFill>
              </a:rPr>
              <a:t>Роль в команде</a:t>
            </a:r>
          </a:p>
          <a:p>
            <a:pPr fontAlgn="base">
              <a:spcBef>
                <a:spcPts val="0"/>
              </a:spcBef>
              <a:buFont typeface="Arial" panose="020B0604020202020204" pitchFamily="34" charset="0"/>
              <a:buChar char="•"/>
            </a:pPr>
            <a:r>
              <a:rPr lang="ru-RU" sz="1200">
                <a:solidFill>
                  <a:schemeClr val="tx1"/>
                </a:solidFill>
              </a:rPr>
              <a:t>Ник в мессенджере</a:t>
            </a:r>
          </a:p>
          <a:p>
            <a:pPr fontAlgn="base">
              <a:spcBef>
                <a:spcPts val="0"/>
              </a:spcBef>
              <a:buFont typeface="Arial" panose="020B0604020202020204" pitchFamily="34" charset="0"/>
              <a:buChar char="•"/>
            </a:pPr>
            <a:r>
              <a:rPr lang="ru-RU" sz="1200">
                <a:solidFill>
                  <a:schemeClr val="tx1"/>
                </a:solidFill>
              </a:rPr>
              <a:t>Номер телефона</a:t>
            </a:r>
          </a:p>
          <a:p>
            <a:pPr fontAlgn="base">
              <a:spcBef>
                <a:spcPts val="0"/>
              </a:spcBef>
              <a:buFont typeface="Arial" panose="020B0604020202020204" pitchFamily="34" charset="0"/>
              <a:buChar char="•"/>
            </a:pPr>
            <a:r>
              <a:rPr lang="ru-RU" sz="1200">
                <a:solidFill>
                  <a:schemeClr val="tx1"/>
                </a:solidFill>
              </a:rPr>
              <a:t>Место работы/учебы</a:t>
            </a:r>
            <a:endParaRPr lang="ru-RU" sz="1200" dirty="0">
              <a:solidFill>
                <a:schemeClr val="tx1"/>
              </a:solidFill>
            </a:endParaRPr>
          </a:p>
        </p:txBody>
      </p:sp>
      <p:sp>
        <p:nvSpPr>
          <p:cNvPr id="58" name="Текст 8">
            <a:extLst>
              <a:ext uri="{FF2B5EF4-FFF2-40B4-BE49-F238E27FC236}">
                <a16:creationId xmlns:a16="http://schemas.microsoft.com/office/drawing/2014/main" id="{8D1E397B-73F6-7777-9CD1-12E43986247F}"/>
              </a:ext>
            </a:extLst>
          </p:cNvPr>
          <p:cNvSpPr txBox="1">
            <a:spLocks/>
          </p:cNvSpPr>
          <p:nvPr/>
        </p:nvSpPr>
        <p:spPr>
          <a:xfrm>
            <a:off x="2823677" y="3622118"/>
            <a:ext cx="1722566" cy="627910"/>
          </a:xfrm>
          <a:prstGeom prst="rect">
            <a:avLst/>
          </a:prstGeom>
          <a:ln>
            <a:noFill/>
          </a:ln>
        </p:spPr>
        <p:txBody>
          <a:bodyPr vert="horz" lIns="91440" tIns="45720" rIns="91440" bIns="45720" rtlCol="0">
            <a:normAutofit/>
          </a:bodyPr>
          <a:lstStyle>
            <a:lvl1pPr marL="144688" indent="-144688" algn="l" defTabSz="578755" rtl="0" eaLnBrk="1" latinLnBrk="0" hangingPunct="1">
              <a:lnSpc>
                <a:spcPct val="90000"/>
              </a:lnSpc>
              <a:spcBef>
                <a:spcPts val="631"/>
              </a:spcBef>
              <a:buClr>
                <a:schemeClr val="accent1"/>
              </a:buClr>
              <a:buFont typeface="Wingdings" pitchFamily="2" charset="2"/>
              <a:buChar char="§"/>
              <a:defRPr sz="1400" kern="120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1pPr>
            <a:lvl2pPr marL="434067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1271" kern="120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2pPr>
            <a:lvl3pPr marL="723445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997" kern="120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3pPr>
            <a:lvl4pPr marL="1012822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907" kern="120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4pPr>
            <a:lvl5pPr marL="1302200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907" kern="120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5pPr>
            <a:lvl6pPr marL="1591576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1141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1880955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1141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2170334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1141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2459712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1141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>
              <a:buNone/>
            </a:pPr>
            <a:r>
              <a:rPr lang="ru-RU" sz="1600" b="1" dirty="0">
                <a:solidFill>
                  <a:schemeClr val="accent5"/>
                </a:solidFill>
              </a:rPr>
              <a:t>Имя Фамилия</a:t>
            </a:r>
          </a:p>
        </p:txBody>
      </p:sp>
      <p:sp>
        <p:nvSpPr>
          <p:cNvPr id="59" name="Скругленный прямоугольник 58">
            <a:extLst>
              <a:ext uri="{FF2B5EF4-FFF2-40B4-BE49-F238E27FC236}">
                <a16:creationId xmlns:a16="http://schemas.microsoft.com/office/drawing/2014/main" id="{0F406257-4D6A-D88A-21D7-91882F262CF5}"/>
              </a:ext>
            </a:extLst>
          </p:cNvPr>
          <p:cNvSpPr/>
          <p:nvPr/>
        </p:nvSpPr>
        <p:spPr>
          <a:xfrm>
            <a:off x="4956712" y="1522006"/>
            <a:ext cx="2192713" cy="4834352"/>
          </a:xfrm>
          <a:prstGeom prst="roundRect">
            <a:avLst>
              <a:gd name="adj" fmla="val 9821"/>
            </a:avLst>
          </a:prstGeom>
          <a:solidFill>
            <a:schemeClr val="bg1"/>
          </a:solidFill>
          <a:ln w="9525" cap="flat" cmpd="sng" algn="ctr">
            <a:noFill/>
            <a:prstDash val="solid"/>
            <a:round/>
            <a:headEnd type="none" w="med" len="med"/>
            <a:tailEnd type="none" w="med" len="med"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accent2"/>
          </a:fontRef>
        </p:style>
        <p:txBody>
          <a:bodyPr rtlCol="0" anchor="t"/>
          <a:lstStyle/>
          <a:p>
            <a:pPr algn="ctr"/>
            <a:endParaRPr lang="ru-RU" b="1" dirty="0">
              <a:solidFill>
                <a:schemeClr val="accent2"/>
              </a:solidFill>
            </a:endParaRPr>
          </a:p>
        </p:txBody>
      </p:sp>
      <p:sp>
        <p:nvSpPr>
          <p:cNvPr id="60" name="Текст 8">
            <a:extLst>
              <a:ext uri="{FF2B5EF4-FFF2-40B4-BE49-F238E27FC236}">
                <a16:creationId xmlns:a16="http://schemas.microsoft.com/office/drawing/2014/main" id="{44C1868D-BA5E-04C0-2882-2494450EF9D6}"/>
              </a:ext>
            </a:extLst>
          </p:cNvPr>
          <p:cNvSpPr txBox="1">
            <a:spLocks/>
          </p:cNvSpPr>
          <p:nvPr/>
        </p:nvSpPr>
        <p:spPr>
          <a:xfrm>
            <a:off x="5128996" y="4250028"/>
            <a:ext cx="1894354" cy="1624612"/>
          </a:xfrm>
          <a:prstGeom prst="rect">
            <a:avLst/>
          </a:prstGeom>
          <a:ln>
            <a:noFill/>
          </a:ln>
        </p:spPr>
        <p:txBody>
          <a:bodyPr vert="horz" lIns="91440" tIns="45720" rIns="91440" bIns="45720" rtlCol="0">
            <a:normAutofit/>
          </a:bodyPr>
          <a:lstStyle>
            <a:lvl1pPr marL="144688" indent="-144688" algn="l" defTabSz="578755" rtl="0" eaLnBrk="1" latinLnBrk="0" hangingPunct="1">
              <a:lnSpc>
                <a:spcPct val="90000"/>
              </a:lnSpc>
              <a:spcBef>
                <a:spcPts val="631"/>
              </a:spcBef>
              <a:buClr>
                <a:schemeClr val="accent1"/>
              </a:buClr>
              <a:buFont typeface="Wingdings" pitchFamily="2" charset="2"/>
              <a:buChar char="§"/>
              <a:defRPr sz="1400" kern="120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1pPr>
            <a:lvl2pPr marL="434067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1271" kern="120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2pPr>
            <a:lvl3pPr marL="723445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997" kern="120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3pPr>
            <a:lvl4pPr marL="1012822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907" kern="120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4pPr>
            <a:lvl5pPr marL="1302200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907" kern="120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5pPr>
            <a:lvl6pPr marL="1591576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1141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1880955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1141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2170334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1141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2459712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1141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fontAlgn="base">
              <a:spcBef>
                <a:spcPts val="600"/>
              </a:spcBef>
              <a:buFont typeface="Arial" panose="020B0604020202020204" pitchFamily="34" charset="0"/>
              <a:buChar char="•"/>
            </a:pPr>
            <a:r>
              <a:rPr lang="ru-RU" sz="1200">
                <a:solidFill>
                  <a:schemeClr val="tx1"/>
                </a:solidFill>
              </a:rPr>
              <a:t>Роль в команде</a:t>
            </a:r>
          </a:p>
          <a:p>
            <a:pPr fontAlgn="base">
              <a:spcBef>
                <a:spcPts val="0"/>
              </a:spcBef>
              <a:buFont typeface="Arial" panose="020B0604020202020204" pitchFamily="34" charset="0"/>
              <a:buChar char="•"/>
            </a:pPr>
            <a:r>
              <a:rPr lang="ru-RU" sz="1200">
                <a:solidFill>
                  <a:schemeClr val="tx1"/>
                </a:solidFill>
              </a:rPr>
              <a:t>Ник в мессенджере</a:t>
            </a:r>
          </a:p>
          <a:p>
            <a:pPr fontAlgn="base">
              <a:spcBef>
                <a:spcPts val="0"/>
              </a:spcBef>
              <a:buFont typeface="Arial" panose="020B0604020202020204" pitchFamily="34" charset="0"/>
              <a:buChar char="•"/>
            </a:pPr>
            <a:r>
              <a:rPr lang="ru-RU" sz="1200">
                <a:solidFill>
                  <a:schemeClr val="tx1"/>
                </a:solidFill>
              </a:rPr>
              <a:t>Номер телефона</a:t>
            </a:r>
          </a:p>
          <a:p>
            <a:pPr fontAlgn="base">
              <a:spcBef>
                <a:spcPts val="0"/>
              </a:spcBef>
              <a:buFont typeface="Arial" panose="020B0604020202020204" pitchFamily="34" charset="0"/>
              <a:buChar char="•"/>
            </a:pPr>
            <a:r>
              <a:rPr lang="ru-RU" sz="1200">
                <a:solidFill>
                  <a:schemeClr val="tx1"/>
                </a:solidFill>
              </a:rPr>
              <a:t>Место работы/учебы</a:t>
            </a:r>
            <a:endParaRPr lang="ru-RU" sz="1200" dirty="0">
              <a:solidFill>
                <a:schemeClr val="tx1"/>
              </a:solidFill>
            </a:endParaRPr>
          </a:p>
        </p:txBody>
      </p:sp>
      <p:sp>
        <p:nvSpPr>
          <p:cNvPr id="61" name="Текст 8">
            <a:extLst>
              <a:ext uri="{FF2B5EF4-FFF2-40B4-BE49-F238E27FC236}">
                <a16:creationId xmlns:a16="http://schemas.microsoft.com/office/drawing/2014/main" id="{1A52C52A-3120-DA42-507D-5AE477E99E60}"/>
              </a:ext>
            </a:extLst>
          </p:cNvPr>
          <p:cNvSpPr txBox="1">
            <a:spLocks/>
          </p:cNvSpPr>
          <p:nvPr/>
        </p:nvSpPr>
        <p:spPr>
          <a:xfrm>
            <a:off x="5128995" y="3622118"/>
            <a:ext cx="1722566" cy="627910"/>
          </a:xfrm>
          <a:prstGeom prst="rect">
            <a:avLst/>
          </a:prstGeom>
          <a:ln>
            <a:noFill/>
          </a:ln>
        </p:spPr>
        <p:txBody>
          <a:bodyPr vert="horz" lIns="91440" tIns="45720" rIns="91440" bIns="45720" rtlCol="0">
            <a:normAutofit/>
          </a:bodyPr>
          <a:lstStyle>
            <a:lvl1pPr marL="144688" indent="-144688" algn="l" defTabSz="578755" rtl="0" eaLnBrk="1" latinLnBrk="0" hangingPunct="1">
              <a:lnSpc>
                <a:spcPct val="90000"/>
              </a:lnSpc>
              <a:spcBef>
                <a:spcPts val="631"/>
              </a:spcBef>
              <a:buClr>
                <a:schemeClr val="accent1"/>
              </a:buClr>
              <a:buFont typeface="Wingdings" pitchFamily="2" charset="2"/>
              <a:buChar char="§"/>
              <a:defRPr sz="1400" kern="120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1pPr>
            <a:lvl2pPr marL="434067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1271" kern="120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2pPr>
            <a:lvl3pPr marL="723445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997" kern="120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3pPr>
            <a:lvl4pPr marL="1012822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907" kern="120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4pPr>
            <a:lvl5pPr marL="1302200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907" kern="120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5pPr>
            <a:lvl6pPr marL="1591576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1141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1880955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1141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2170334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1141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2459712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1141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>
              <a:buNone/>
            </a:pPr>
            <a:r>
              <a:rPr lang="ru-RU" sz="1600" b="1" dirty="0">
                <a:solidFill>
                  <a:schemeClr val="accent5"/>
                </a:solidFill>
              </a:rPr>
              <a:t>Имя Фамилия</a:t>
            </a:r>
          </a:p>
        </p:txBody>
      </p:sp>
      <p:sp>
        <p:nvSpPr>
          <p:cNvPr id="62" name="Скругленный прямоугольник 61">
            <a:extLst>
              <a:ext uri="{FF2B5EF4-FFF2-40B4-BE49-F238E27FC236}">
                <a16:creationId xmlns:a16="http://schemas.microsoft.com/office/drawing/2014/main" id="{D1FBCE3B-1D71-DB46-9E48-C63F3ADD4968}"/>
              </a:ext>
            </a:extLst>
          </p:cNvPr>
          <p:cNvSpPr/>
          <p:nvPr/>
        </p:nvSpPr>
        <p:spPr>
          <a:xfrm>
            <a:off x="7262031" y="1522006"/>
            <a:ext cx="2192713" cy="4834352"/>
          </a:xfrm>
          <a:prstGeom prst="roundRect">
            <a:avLst>
              <a:gd name="adj" fmla="val 9821"/>
            </a:avLst>
          </a:prstGeom>
          <a:solidFill>
            <a:schemeClr val="bg1"/>
          </a:solidFill>
          <a:ln w="9525" cap="flat" cmpd="sng" algn="ctr">
            <a:noFill/>
            <a:prstDash val="solid"/>
            <a:round/>
            <a:headEnd type="none" w="med" len="med"/>
            <a:tailEnd type="none" w="med" len="med"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accent2"/>
          </a:fontRef>
        </p:style>
        <p:txBody>
          <a:bodyPr rtlCol="0" anchor="t"/>
          <a:lstStyle/>
          <a:p>
            <a:pPr algn="ctr"/>
            <a:endParaRPr lang="ru-RU" b="1" dirty="0">
              <a:solidFill>
                <a:schemeClr val="accent2"/>
              </a:solidFill>
            </a:endParaRPr>
          </a:p>
        </p:txBody>
      </p:sp>
      <p:sp>
        <p:nvSpPr>
          <p:cNvPr id="63" name="Текст 8">
            <a:extLst>
              <a:ext uri="{FF2B5EF4-FFF2-40B4-BE49-F238E27FC236}">
                <a16:creationId xmlns:a16="http://schemas.microsoft.com/office/drawing/2014/main" id="{CB4F394B-14E6-36F0-A4B2-EFA5843E9DB6}"/>
              </a:ext>
            </a:extLst>
          </p:cNvPr>
          <p:cNvSpPr txBox="1">
            <a:spLocks/>
          </p:cNvSpPr>
          <p:nvPr/>
        </p:nvSpPr>
        <p:spPr>
          <a:xfrm>
            <a:off x="7434315" y="4250028"/>
            <a:ext cx="1894354" cy="1624612"/>
          </a:xfrm>
          <a:prstGeom prst="rect">
            <a:avLst/>
          </a:prstGeom>
          <a:ln>
            <a:noFill/>
          </a:ln>
        </p:spPr>
        <p:txBody>
          <a:bodyPr vert="horz" lIns="91440" tIns="45720" rIns="91440" bIns="45720" rtlCol="0">
            <a:normAutofit/>
          </a:bodyPr>
          <a:lstStyle>
            <a:lvl1pPr marL="144688" indent="-144688" algn="l" defTabSz="578755" rtl="0" eaLnBrk="1" latinLnBrk="0" hangingPunct="1">
              <a:lnSpc>
                <a:spcPct val="90000"/>
              </a:lnSpc>
              <a:spcBef>
                <a:spcPts val="631"/>
              </a:spcBef>
              <a:buClr>
                <a:schemeClr val="accent1"/>
              </a:buClr>
              <a:buFont typeface="Wingdings" pitchFamily="2" charset="2"/>
              <a:buChar char="§"/>
              <a:defRPr sz="1400" kern="120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1pPr>
            <a:lvl2pPr marL="434067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1271" kern="120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2pPr>
            <a:lvl3pPr marL="723445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997" kern="120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3pPr>
            <a:lvl4pPr marL="1012822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907" kern="120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4pPr>
            <a:lvl5pPr marL="1302200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907" kern="120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5pPr>
            <a:lvl6pPr marL="1591576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1141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1880955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1141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2170334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1141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2459712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1141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fontAlgn="base">
              <a:spcBef>
                <a:spcPts val="600"/>
              </a:spcBef>
              <a:buFont typeface="Arial" panose="020B0604020202020204" pitchFamily="34" charset="0"/>
              <a:buChar char="•"/>
            </a:pPr>
            <a:r>
              <a:rPr lang="ru-RU" sz="1200">
                <a:solidFill>
                  <a:schemeClr val="tx1"/>
                </a:solidFill>
              </a:rPr>
              <a:t>Роль в команде</a:t>
            </a:r>
          </a:p>
          <a:p>
            <a:pPr fontAlgn="base">
              <a:spcBef>
                <a:spcPts val="0"/>
              </a:spcBef>
              <a:buFont typeface="Arial" panose="020B0604020202020204" pitchFamily="34" charset="0"/>
              <a:buChar char="•"/>
            </a:pPr>
            <a:r>
              <a:rPr lang="ru-RU" sz="1200">
                <a:solidFill>
                  <a:schemeClr val="tx1"/>
                </a:solidFill>
              </a:rPr>
              <a:t>Ник в мессенджере</a:t>
            </a:r>
          </a:p>
          <a:p>
            <a:pPr fontAlgn="base">
              <a:spcBef>
                <a:spcPts val="0"/>
              </a:spcBef>
              <a:buFont typeface="Arial" panose="020B0604020202020204" pitchFamily="34" charset="0"/>
              <a:buChar char="•"/>
            </a:pPr>
            <a:r>
              <a:rPr lang="ru-RU" sz="1200">
                <a:solidFill>
                  <a:schemeClr val="tx1"/>
                </a:solidFill>
              </a:rPr>
              <a:t>Номер телефона</a:t>
            </a:r>
          </a:p>
          <a:p>
            <a:pPr fontAlgn="base">
              <a:spcBef>
                <a:spcPts val="0"/>
              </a:spcBef>
              <a:buFont typeface="Arial" panose="020B0604020202020204" pitchFamily="34" charset="0"/>
              <a:buChar char="•"/>
            </a:pPr>
            <a:r>
              <a:rPr lang="ru-RU" sz="1200">
                <a:solidFill>
                  <a:schemeClr val="tx1"/>
                </a:solidFill>
              </a:rPr>
              <a:t>Место работы/учебы</a:t>
            </a:r>
            <a:endParaRPr lang="ru-RU" sz="1200" dirty="0">
              <a:solidFill>
                <a:schemeClr val="tx1"/>
              </a:solidFill>
            </a:endParaRPr>
          </a:p>
        </p:txBody>
      </p:sp>
      <p:sp>
        <p:nvSpPr>
          <p:cNvPr id="64" name="Текст 8">
            <a:extLst>
              <a:ext uri="{FF2B5EF4-FFF2-40B4-BE49-F238E27FC236}">
                <a16:creationId xmlns:a16="http://schemas.microsoft.com/office/drawing/2014/main" id="{FF91B8FA-A68A-4E4D-B286-02AF30BFB771}"/>
              </a:ext>
            </a:extLst>
          </p:cNvPr>
          <p:cNvSpPr txBox="1">
            <a:spLocks/>
          </p:cNvSpPr>
          <p:nvPr/>
        </p:nvSpPr>
        <p:spPr>
          <a:xfrm>
            <a:off x="7434314" y="3622118"/>
            <a:ext cx="1722566" cy="627910"/>
          </a:xfrm>
          <a:prstGeom prst="rect">
            <a:avLst/>
          </a:prstGeom>
          <a:ln>
            <a:noFill/>
          </a:ln>
        </p:spPr>
        <p:txBody>
          <a:bodyPr vert="horz" lIns="91440" tIns="45720" rIns="91440" bIns="45720" rtlCol="0">
            <a:normAutofit/>
          </a:bodyPr>
          <a:lstStyle>
            <a:lvl1pPr marL="144688" indent="-144688" algn="l" defTabSz="578755" rtl="0" eaLnBrk="1" latinLnBrk="0" hangingPunct="1">
              <a:lnSpc>
                <a:spcPct val="90000"/>
              </a:lnSpc>
              <a:spcBef>
                <a:spcPts val="631"/>
              </a:spcBef>
              <a:buClr>
                <a:schemeClr val="accent1"/>
              </a:buClr>
              <a:buFont typeface="Wingdings" pitchFamily="2" charset="2"/>
              <a:buChar char="§"/>
              <a:defRPr sz="1400" kern="120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1pPr>
            <a:lvl2pPr marL="434067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1271" kern="120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2pPr>
            <a:lvl3pPr marL="723445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997" kern="120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3pPr>
            <a:lvl4pPr marL="1012822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907" kern="120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4pPr>
            <a:lvl5pPr marL="1302200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907" kern="120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5pPr>
            <a:lvl6pPr marL="1591576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1141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1880955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1141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2170334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1141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2459712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1141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>
              <a:buNone/>
            </a:pPr>
            <a:r>
              <a:rPr lang="ru-RU" sz="1600" b="1" dirty="0">
                <a:solidFill>
                  <a:schemeClr val="accent5"/>
                </a:solidFill>
              </a:rPr>
              <a:t>Имя Фамилия</a:t>
            </a:r>
          </a:p>
        </p:txBody>
      </p:sp>
      <p:sp>
        <p:nvSpPr>
          <p:cNvPr id="65" name="Скругленный прямоугольник 64">
            <a:extLst>
              <a:ext uri="{FF2B5EF4-FFF2-40B4-BE49-F238E27FC236}">
                <a16:creationId xmlns:a16="http://schemas.microsoft.com/office/drawing/2014/main" id="{603D078F-23CD-0C3A-EF6E-9FA3818E22BC}"/>
              </a:ext>
            </a:extLst>
          </p:cNvPr>
          <p:cNvSpPr/>
          <p:nvPr/>
        </p:nvSpPr>
        <p:spPr>
          <a:xfrm>
            <a:off x="9567349" y="1522006"/>
            <a:ext cx="2192713" cy="4834352"/>
          </a:xfrm>
          <a:prstGeom prst="roundRect">
            <a:avLst>
              <a:gd name="adj" fmla="val 9821"/>
            </a:avLst>
          </a:prstGeom>
          <a:solidFill>
            <a:schemeClr val="bg1"/>
          </a:solidFill>
          <a:ln w="9525" cap="flat" cmpd="sng" algn="ctr">
            <a:noFill/>
            <a:prstDash val="solid"/>
            <a:round/>
            <a:headEnd type="none" w="med" len="med"/>
            <a:tailEnd type="none" w="med" len="med"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accent2"/>
          </a:fontRef>
        </p:style>
        <p:txBody>
          <a:bodyPr rtlCol="0" anchor="t"/>
          <a:lstStyle/>
          <a:p>
            <a:pPr algn="ctr"/>
            <a:endParaRPr lang="ru-RU" b="1" dirty="0">
              <a:solidFill>
                <a:schemeClr val="accent2"/>
              </a:solidFill>
            </a:endParaRPr>
          </a:p>
        </p:txBody>
      </p:sp>
      <p:sp>
        <p:nvSpPr>
          <p:cNvPr id="66" name="Текст 8">
            <a:extLst>
              <a:ext uri="{FF2B5EF4-FFF2-40B4-BE49-F238E27FC236}">
                <a16:creationId xmlns:a16="http://schemas.microsoft.com/office/drawing/2014/main" id="{575DCA32-E606-5EE7-1034-420DB36234D1}"/>
              </a:ext>
            </a:extLst>
          </p:cNvPr>
          <p:cNvSpPr txBox="1">
            <a:spLocks/>
          </p:cNvSpPr>
          <p:nvPr/>
        </p:nvSpPr>
        <p:spPr>
          <a:xfrm>
            <a:off x="9739633" y="4250028"/>
            <a:ext cx="1894354" cy="1624612"/>
          </a:xfrm>
          <a:prstGeom prst="rect">
            <a:avLst/>
          </a:prstGeom>
          <a:ln>
            <a:noFill/>
          </a:ln>
        </p:spPr>
        <p:txBody>
          <a:bodyPr vert="horz" lIns="91440" tIns="45720" rIns="91440" bIns="45720" rtlCol="0">
            <a:normAutofit/>
          </a:bodyPr>
          <a:lstStyle>
            <a:lvl1pPr marL="144688" indent="-144688" algn="l" defTabSz="578755" rtl="0" eaLnBrk="1" latinLnBrk="0" hangingPunct="1">
              <a:lnSpc>
                <a:spcPct val="90000"/>
              </a:lnSpc>
              <a:spcBef>
                <a:spcPts val="631"/>
              </a:spcBef>
              <a:buClr>
                <a:schemeClr val="accent1"/>
              </a:buClr>
              <a:buFont typeface="Wingdings" pitchFamily="2" charset="2"/>
              <a:buChar char="§"/>
              <a:defRPr sz="1400" kern="120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1pPr>
            <a:lvl2pPr marL="434067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1271" kern="120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2pPr>
            <a:lvl3pPr marL="723445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997" kern="120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3pPr>
            <a:lvl4pPr marL="1012822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907" kern="120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4pPr>
            <a:lvl5pPr marL="1302200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907" kern="120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5pPr>
            <a:lvl6pPr marL="1591576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1141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1880955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1141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2170334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1141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2459712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1141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fontAlgn="base">
              <a:spcBef>
                <a:spcPts val="600"/>
              </a:spcBef>
              <a:buFont typeface="Arial" panose="020B0604020202020204" pitchFamily="34" charset="0"/>
              <a:buChar char="•"/>
            </a:pPr>
            <a:r>
              <a:rPr lang="ru-RU" sz="1200">
                <a:solidFill>
                  <a:schemeClr val="tx1"/>
                </a:solidFill>
              </a:rPr>
              <a:t>Роль в команде</a:t>
            </a:r>
          </a:p>
          <a:p>
            <a:pPr fontAlgn="base">
              <a:spcBef>
                <a:spcPts val="0"/>
              </a:spcBef>
              <a:buFont typeface="Arial" panose="020B0604020202020204" pitchFamily="34" charset="0"/>
              <a:buChar char="•"/>
            </a:pPr>
            <a:r>
              <a:rPr lang="ru-RU" sz="1200">
                <a:solidFill>
                  <a:schemeClr val="tx1"/>
                </a:solidFill>
              </a:rPr>
              <a:t>Ник в мессенджере</a:t>
            </a:r>
          </a:p>
          <a:p>
            <a:pPr fontAlgn="base">
              <a:spcBef>
                <a:spcPts val="0"/>
              </a:spcBef>
              <a:buFont typeface="Arial" panose="020B0604020202020204" pitchFamily="34" charset="0"/>
              <a:buChar char="•"/>
            </a:pPr>
            <a:r>
              <a:rPr lang="ru-RU" sz="1200">
                <a:solidFill>
                  <a:schemeClr val="tx1"/>
                </a:solidFill>
              </a:rPr>
              <a:t>Номер телефона</a:t>
            </a:r>
          </a:p>
          <a:p>
            <a:pPr fontAlgn="base">
              <a:spcBef>
                <a:spcPts val="0"/>
              </a:spcBef>
              <a:buFont typeface="Arial" panose="020B0604020202020204" pitchFamily="34" charset="0"/>
              <a:buChar char="•"/>
            </a:pPr>
            <a:r>
              <a:rPr lang="ru-RU" sz="1200">
                <a:solidFill>
                  <a:schemeClr val="tx1"/>
                </a:solidFill>
              </a:rPr>
              <a:t>Место работы/учебы</a:t>
            </a:r>
            <a:endParaRPr lang="ru-RU" sz="1200" dirty="0">
              <a:solidFill>
                <a:schemeClr val="tx1"/>
              </a:solidFill>
            </a:endParaRPr>
          </a:p>
        </p:txBody>
      </p:sp>
      <p:sp>
        <p:nvSpPr>
          <p:cNvPr id="67" name="Текст 8">
            <a:extLst>
              <a:ext uri="{FF2B5EF4-FFF2-40B4-BE49-F238E27FC236}">
                <a16:creationId xmlns:a16="http://schemas.microsoft.com/office/drawing/2014/main" id="{9E3872F7-FC5C-5043-A741-AF2746714BA2}"/>
              </a:ext>
            </a:extLst>
          </p:cNvPr>
          <p:cNvSpPr txBox="1">
            <a:spLocks/>
          </p:cNvSpPr>
          <p:nvPr/>
        </p:nvSpPr>
        <p:spPr>
          <a:xfrm>
            <a:off x="9739632" y="3622118"/>
            <a:ext cx="1722566" cy="627910"/>
          </a:xfrm>
          <a:prstGeom prst="rect">
            <a:avLst/>
          </a:prstGeom>
          <a:ln>
            <a:noFill/>
          </a:ln>
        </p:spPr>
        <p:txBody>
          <a:bodyPr vert="horz" lIns="91440" tIns="45720" rIns="91440" bIns="45720" rtlCol="0">
            <a:normAutofit/>
          </a:bodyPr>
          <a:lstStyle>
            <a:lvl1pPr marL="144688" indent="-144688" algn="l" defTabSz="578755" rtl="0" eaLnBrk="1" latinLnBrk="0" hangingPunct="1">
              <a:lnSpc>
                <a:spcPct val="90000"/>
              </a:lnSpc>
              <a:spcBef>
                <a:spcPts val="631"/>
              </a:spcBef>
              <a:buClr>
                <a:schemeClr val="accent1"/>
              </a:buClr>
              <a:buFont typeface="Wingdings" pitchFamily="2" charset="2"/>
              <a:buChar char="§"/>
              <a:defRPr sz="1400" kern="120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1pPr>
            <a:lvl2pPr marL="434067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1271" kern="120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2pPr>
            <a:lvl3pPr marL="723445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997" kern="120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3pPr>
            <a:lvl4pPr marL="1012822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907" kern="120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4pPr>
            <a:lvl5pPr marL="1302200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907" kern="120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5pPr>
            <a:lvl6pPr marL="1591576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1141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1880955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1141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2170334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1141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2459712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1141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>
              <a:buNone/>
            </a:pPr>
            <a:r>
              <a:rPr lang="ru-RU" sz="1600" b="1" dirty="0">
                <a:solidFill>
                  <a:schemeClr val="accent5"/>
                </a:solidFill>
              </a:rPr>
              <a:t>Имя Фамилия</a:t>
            </a:r>
          </a:p>
        </p:txBody>
      </p:sp>
      <p:sp>
        <p:nvSpPr>
          <p:cNvPr id="17" name="Скругленный прямоугольник 16">
            <a:extLst>
              <a:ext uri="{FF2B5EF4-FFF2-40B4-BE49-F238E27FC236}">
                <a16:creationId xmlns:a16="http://schemas.microsoft.com/office/drawing/2014/main" id="{FC0035EA-559C-020F-D4A8-B4146A26E8E5}"/>
              </a:ext>
            </a:extLst>
          </p:cNvPr>
          <p:cNvSpPr/>
          <p:nvPr/>
        </p:nvSpPr>
        <p:spPr>
          <a:xfrm>
            <a:off x="346076" y="1522006"/>
            <a:ext cx="2192713" cy="4834352"/>
          </a:xfrm>
          <a:prstGeom prst="roundRect">
            <a:avLst>
              <a:gd name="adj" fmla="val 9821"/>
            </a:avLst>
          </a:prstGeom>
          <a:solidFill>
            <a:schemeClr val="bg1"/>
          </a:solidFill>
          <a:ln w="9525" cap="flat" cmpd="sng" algn="ctr">
            <a:noFill/>
            <a:prstDash val="solid"/>
            <a:round/>
            <a:headEnd type="none" w="med" len="med"/>
            <a:tailEnd type="none" w="med" len="med"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accent2"/>
          </a:fontRef>
        </p:style>
        <p:txBody>
          <a:bodyPr rtlCol="0" anchor="t"/>
          <a:lstStyle/>
          <a:p>
            <a:pPr algn="ctr"/>
            <a:endParaRPr lang="ru-RU" b="1" dirty="0">
              <a:solidFill>
                <a:schemeClr val="accent2"/>
              </a:solidFill>
            </a:endParaRPr>
          </a:p>
        </p:txBody>
      </p:sp>
      <p:sp>
        <p:nvSpPr>
          <p:cNvPr id="13" name="Скругленный прямоугольник 12">
            <a:extLst>
              <a:ext uri="{FF2B5EF4-FFF2-40B4-BE49-F238E27FC236}">
                <a16:creationId xmlns:a16="http://schemas.microsoft.com/office/drawing/2014/main" id="{4F9EEB10-D234-64E3-5744-B3981F11A494}"/>
              </a:ext>
            </a:extLst>
          </p:cNvPr>
          <p:cNvSpPr/>
          <p:nvPr/>
        </p:nvSpPr>
        <p:spPr>
          <a:xfrm>
            <a:off x="346075" y="324562"/>
            <a:ext cx="3952656" cy="620919"/>
          </a:xfrm>
          <a:prstGeom prst="roundRect">
            <a:avLst>
              <a:gd name="adj" fmla="val 18706"/>
            </a:avLst>
          </a:prstGeom>
          <a:solidFill>
            <a:schemeClr val="accent1"/>
          </a:solidFill>
          <a:ln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lt1"/>
          </a:fontRef>
        </p:style>
        <p:txBody>
          <a:bodyPr rtlCol="0" anchor="t"/>
          <a:lstStyle/>
          <a:p>
            <a:pPr algn="ctr"/>
            <a:endParaRPr lang="ru-RU" b="1" dirty="0">
              <a:solidFill>
                <a:schemeClr val="accent2"/>
              </a:solidFill>
            </a:endParaRPr>
          </a:p>
        </p:txBody>
      </p:sp>
      <p:sp>
        <p:nvSpPr>
          <p:cNvPr id="18" name="Номер слайда 17">
            <a:extLst>
              <a:ext uri="{FF2B5EF4-FFF2-40B4-BE49-F238E27FC236}">
                <a16:creationId xmlns:a16="http://schemas.microsoft.com/office/drawing/2014/main" id="{ADFA4405-6EC1-3A52-92A7-2CA2130BB2B8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/>
        <p:txBody>
          <a:bodyPr/>
          <a:lstStyle/>
          <a:p>
            <a:fld id="{52DCC5B9-D646-4B76-891F-6FF4E74E9CB4}" type="slidenum">
              <a:rPr lang="ru-RU" smtClean="0">
                <a:solidFill>
                  <a:schemeClr val="bg1"/>
                </a:solidFill>
              </a:rPr>
              <a:pPr/>
              <a:t>9</a:t>
            </a:fld>
            <a:endParaRPr lang="ru-RU" dirty="0">
              <a:solidFill>
                <a:schemeClr val="bg1"/>
              </a:solidFill>
            </a:endParaRPr>
          </a:p>
        </p:txBody>
      </p:sp>
      <p:sp>
        <p:nvSpPr>
          <p:cNvPr id="2" name="Рисунок 1">
            <a:extLst>
              <a:ext uri="{FF2B5EF4-FFF2-40B4-BE49-F238E27FC236}">
                <a16:creationId xmlns:a16="http://schemas.microsoft.com/office/drawing/2014/main" id="{4C94D4FF-301C-477D-8018-73C5CC99D493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/>
          </p:cNvSpPr>
          <p:nvPr>
            <p:ph type="pic" sz="quarter" idx="4294967295"/>
          </p:nvPr>
        </p:nvSpPr>
        <p:spPr>
          <a:xfrm>
            <a:off x="581397" y="1816054"/>
            <a:ext cx="1722566" cy="1552901"/>
          </a:xfrm>
        </p:spPr>
      </p:sp>
      <p:sp>
        <p:nvSpPr>
          <p:cNvPr id="3" name="Рисунок 2">
            <a:extLst>
              <a:ext uri="{FF2B5EF4-FFF2-40B4-BE49-F238E27FC236}">
                <a16:creationId xmlns:a16="http://schemas.microsoft.com/office/drawing/2014/main" id="{855F75D9-2AE8-476E-3BFF-E3DD59A60081}"/>
              </a:ext>
            </a:extLst>
          </p:cNvPr>
          <p:cNvSpPr>
            <a:spLocks noGrp="1"/>
          </p:cNvSpPr>
          <p:nvPr>
            <p:ph type="pic" sz="quarter" idx="4294967295"/>
          </p:nvPr>
        </p:nvSpPr>
        <p:spPr>
          <a:xfrm>
            <a:off x="2886467" y="1826554"/>
            <a:ext cx="1722566" cy="1542401"/>
          </a:xfrm>
        </p:spPr>
      </p:sp>
      <p:sp>
        <p:nvSpPr>
          <p:cNvPr id="4" name="Рисунок 3">
            <a:extLst>
              <a:ext uri="{FF2B5EF4-FFF2-40B4-BE49-F238E27FC236}">
                <a16:creationId xmlns:a16="http://schemas.microsoft.com/office/drawing/2014/main" id="{767E99FD-70C0-A2B6-EA8E-C07EBA0B37E0}"/>
              </a:ext>
            </a:extLst>
          </p:cNvPr>
          <p:cNvSpPr>
            <a:spLocks noGrp="1"/>
          </p:cNvSpPr>
          <p:nvPr>
            <p:ph type="pic" sz="quarter" idx="4294967295"/>
          </p:nvPr>
        </p:nvSpPr>
        <p:spPr>
          <a:xfrm>
            <a:off x="5191784" y="1809238"/>
            <a:ext cx="1722567" cy="1559717"/>
          </a:xfrm>
        </p:spPr>
      </p:sp>
      <p:sp>
        <p:nvSpPr>
          <p:cNvPr id="5" name="Рисунок 4">
            <a:extLst>
              <a:ext uri="{FF2B5EF4-FFF2-40B4-BE49-F238E27FC236}">
                <a16:creationId xmlns:a16="http://schemas.microsoft.com/office/drawing/2014/main" id="{D6C4749F-7C67-9CD8-7C7C-023BB23DC622}"/>
              </a:ext>
            </a:extLst>
          </p:cNvPr>
          <p:cNvSpPr>
            <a:spLocks noGrp="1"/>
          </p:cNvSpPr>
          <p:nvPr>
            <p:ph type="pic" sz="quarter" idx="4294967295"/>
          </p:nvPr>
        </p:nvSpPr>
        <p:spPr>
          <a:xfrm>
            <a:off x="7520208" y="1809238"/>
            <a:ext cx="1722567" cy="1559717"/>
          </a:xfrm>
        </p:spPr>
      </p:sp>
      <p:sp>
        <p:nvSpPr>
          <p:cNvPr id="6" name="Рисунок 5">
            <a:extLst>
              <a:ext uri="{FF2B5EF4-FFF2-40B4-BE49-F238E27FC236}">
                <a16:creationId xmlns:a16="http://schemas.microsoft.com/office/drawing/2014/main" id="{B1F74E3B-D178-4815-DD0C-A02592AA14E6}"/>
              </a:ext>
            </a:extLst>
          </p:cNvPr>
          <p:cNvSpPr>
            <a:spLocks noGrp="1"/>
          </p:cNvSpPr>
          <p:nvPr>
            <p:ph type="pic" sz="quarter" idx="4294967295"/>
          </p:nvPr>
        </p:nvSpPr>
        <p:spPr>
          <a:xfrm>
            <a:off x="9802422" y="1809238"/>
            <a:ext cx="1722566" cy="1559717"/>
          </a:xfrm>
        </p:spPr>
      </p:sp>
      <p:sp>
        <p:nvSpPr>
          <p:cNvPr id="7" name="Заголовок 6">
            <a:extLst>
              <a:ext uri="{FF2B5EF4-FFF2-40B4-BE49-F238E27FC236}">
                <a16:creationId xmlns:a16="http://schemas.microsoft.com/office/drawing/2014/main" id="{A8302BF4-F579-F30C-0D0B-9EC587DE2AD1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518359" y="449787"/>
            <a:ext cx="9862734" cy="376138"/>
          </a:xfrm>
        </p:spPr>
        <p:txBody>
          <a:bodyPr/>
          <a:lstStyle/>
          <a:p>
            <a:endParaRPr lang="ru-RU" dirty="0">
              <a:latin typeface="+mn-lt"/>
            </a:endParaRPr>
          </a:p>
        </p:txBody>
      </p:sp>
      <p:sp>
        <p:nvSpPr>
          <p:cNvPr id="9" name="Текст 8">
            <a:extLst>
              <a:ext uri="{FF2B5EF4-FFF2-40B4-BE49-F238E27FC236}">
                <a16:creationId xmlns:a16="http://schemas.microsoft.com/office/drawing/2014/main" id="{8392728C-0D28-63FE-46DB-BBDA5226DAE1}"/>
              </a:ext>
            </a:extLst>
          </p:cNvPr>
          <p:cNvSpPr>
            <a:spLocks noGrp="1"/>
          </p:cNvSpPr>
          <p:nvPr>
            <p:ph type="body" sz="quarter" idx="27"/>
          </p:nvPr>
        </p:nvSpPr>
        <p:spPr>
          <a:xfrm>
            <a:off x="518360" y="4250028"/>
            <a:ext cx="1894354" cy="1624612"/>
          </a:xfrm>
        </p:spPr>
        <p:txBody>
          <a:bodyPr>
            <a:normAutofit/>
          </a:bodyPr>
          <a:lstStyle/>
          <a:p>
            <a:pPr rtl="0" fontAlgn="base">
              <a:spcBef>
                <a:spcPts val="600"/>
              </a:spcBef>
              <a:spcAft>
                <a:spcPts val="0"/>
              </a:spcAft>
              <a:buFont typeface="Arial" panose="020B0604020202020204" pitchFamily="34" charset="0"/>
              <a:buChar char="•"/>
            </a:pPr>
            <a:r>
              <a:rPr lang="ru-RU" sz="1200" dirty="0">
                <a:solidFill>
                  <a:schemeClr val="tx1"/>
                </a:solidFill>
              </a:rPr>
              <a:t>Роль в команде</a:t>
            </a:r>
          </a:p>
          <a:p>
            <a:pPr rtl="0" fontAlgn="base">
              <a:spcBef>
                <a:spcPts val="0"/>
              </a:spcBef>
              <a:spcAft>
                <a:spcPts val="0"/>
              </a:spcAft>
              <a:buFont typeface="Arial" panose="020B0604020202020204" pitchFamily="34" charset="0"/>
              <a:buChar char="•"/>
            </a:pPr>
            <a:r>
              <a:rPr lang="ru-RU" sz="1200" dirty="0">
                <a:solidFill>
                  <a:schemeClr val="tx1"/>
                </a:solidFill>
              </a:rPr>
              <a:t>Ник в мессенджере</a:t>
            </a:r>
          </a:p>
          <a:p>
            <a:pPr rtl="0" fontAlgn="base">
              <a:spcBef>
                <a:spcPts val="0"/>
              </a:spcBef>
              <a:spcAft>
                <a:spcPts val="0"/>
              </a:spcAft>
              <a:buFont typeface="Arial" panose="020B0604020202020204" pitchFamily="34" charset="0"/>
              <a:buChar char="•"/>
            </a:pPr>
            <a:r>
              <a:rPr lang="ru-RU" sz="1200" dirty="0">
                <a:solidFill>
                  <a:schemeClr val="tx1"/>
                </a:solidFill>
              </a:rPr>
              <a:t>Номер телефона</a:t>
            </a:r>
          </a:p>
          <a:p>
            <a:pPr rtl="0" fontAlgn="base">
              <a:spcBef>
                <a:spcPts val="0"/>
              </a:spcBef>
              <a:spcAft>
                <a:spcPts val="0"/>
              </a:spcAft>
              <a:buFont typeface="Arial" panose="020B0604020202020204" pitchFamily="34" charset="0"/>
              <a:buChar char="•"/>
            </a:pPr>
            <a:r>
              <a:rPr lang="ru-RU" sz="1200" dirty="0">
                <a:solidFill>
                  <a:schemeClr val="tx1"/>
                </a:solidFill>
              </a:rPr>
              <a:t>Место работы/учебы</a:t>
            </a:r>
          </a:p>
        </p:txBody>
      </p:sp>
      <p:sp>
        <p:nvSpPr>
          <p:cNvPr id="15" name="Текст 8">
            <a:extLst>
              <a:ext uri="{FF2B5EF4-FFF2-40B4-BE49-F238E27FC236}">
                <a16:creationId xmlns:a16="http://schemas.microsoft.com/office/drawing/2014/main" id="{34A1767C-75B2-E3D4-5057-DD85E6AB1440}"/>
              </a:ext>
            </a:extLst>
          </p:cNvPr>
          <p:cNvSpPr txBox="1">
            <a:spLocks/>
          </p:cNvSpPr>
          <p:nvPr/>
        </p:nvSpPr>
        <p:spPr>
          <a:xfrm>
            <a:off x="518359" y="3622118"/>
            <a:ext cx="1722566" cy="627910"/>
          </a:xfrm>
          <a:prstGeom prst="rect">
            <a:avLst/>
          </a:prstGeom>
          <a:ln>
            <a:noFill/>
          </a:ln>
        </p:spPr>
        <p:txBody>
          <a:bodyPr vert="horz" lIns="91440" tIns="45720" rIns="91440" bIns="45720" rtlCol="0">
            <a:normAutofit/>
          </a:bodyPr>
          <a:lstStyle>
            <a:lvl1pPr marL="144688" indent="-144688" algn="l" defTabSz="578755" rtl="0" eaLnBrk="1" latinLnBrk="0" hangingPunct="1">
              <a:lnSpc>
                <a:spcPct val="90000"/>
              </a:lnSpc>
              <a:spcBef>
                <a:spcPts val="631"/>
              </a:spcBef>
              <a:buClr>
                <a:schemeClr val="accent1"/>
              </a:buClr>
              <a:buFont typeface="Wingdings" pitchFamily="2" charset="2"/>
              <a:buChar char="§"/>
              <a:defRPr sz="1400" kern="120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1pPr>
            <a:lvl2pPr marL="434067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1271" kern="120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2pPr>
            <a:lvl3pPr marL="723445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997" kern="120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3pPr>
            <a:lvl4pPr marL="1012822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907" kern="120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4pPr>
            <a:lvl5pPr marL="1302200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907" kern="120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5pPr>
            <a:lvl6pPr marL="1591576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1141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1880955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1141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2170334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1141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2459712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1141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>
              <a:buNone/>
            </a:pPr>
            <a:r>
              <a:rPr lang="ru-RU" sz="1600" b="1" dirty="0">
                <a:solidFill>
                  <a:schemeClr val="accent5"/>
                </a:solidFill>
              </a:rPr>
              <a:t>Имя Фамилия</a:t>
            </a:r>
          </a:p>
        </p:txBody>
      </p:sp>
    </p:spTree>
    <p:extLst>
      <p:ext uri="{BB962C8B-B14F-4D97-AF65-F5344CB8AC3E}">
        <p14:creationId xmlns:p14="http://schemas.microsoft.com/office/powerpoint/2010/main" val="922147036"/>
      </p:ext>
    </p:extLst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Content Placeholder 1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sz="1800"/>
              <a:t>Резюме не доказывает навыки, работодатель сравнивает несопоставимые сигналы</a:t>
            </a:r>
          </a:p>
          <a:p>
            <a:r>
              <a:rPr sz="1800"/>
              <a:t>Скаут: кандидат проходит адаптивный тест и получает подтверждённую категорию «специализация × грейд»</a:t>
            </a:r>
          </a:p>
          <a:p>
            <a:r>
              <a:rPr sz="1800"/>
              <a:t>Работодатель ищет по категориям, видит анонимную карточку с объяснением и приглашает</a:t>
            </a:r>
          </a:p>
          <a:p>
            <a:r>
              <a:rPr sz="1800"/>
              <a:t>Контакты раскрываются только компании, приглашение которой кандидат принял</a:t>
            </a:r>
          </a:p>
          <a:p>
            <a:r>
              <a:rPr sz="1800"/>
              <a:t>Достижения ФСП поднимают кандидата внутри категории, но не дают грейд</a:t>
            </a:r>
          </a:p>
        </p:txBody>
      </p:sp>
      <p:sp>
        <p:nvSpPr>
          <p:cNvPr id="3" name="Title 2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Проблема и решение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Content Placeholder 1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sz="1800"/>
              <a:t>Кандидат: вход через ФСП ID (Keycloak) → согласия → опрос → тест 8–12 заданий → категория и перцентиль</a:t>
            </a:r>
          </a:p>
          <a:p>
            <a:r>
              <a:rPr sz="1800"/>
              <a:t>Работодатель: потребность → подборка с объяснением → приглашение с вилкой → контакты после согласия</a:t>
            </a:r>
          </a:p>
          <a:p>
            <a:r>
              <a:rPr sz="1800"/>
              <a:t>Регулярные задания от компаний подтверждают навыки и обновляют профиль</a:t>
            </a:r>
          </a:p>
          <a:p>
            <a:r>
              <a:rPr sz="1800"/>
              <a:t>Пересдача через 30 дней, смена грейда — отдельным тестом через 90 дней, провал не сжигает попытку</a:t>
            </a:r>
          </a:p>
        </p:txBody>
      </p:sp>
      <p:sp>
        <p:nvSpPr>
          <p:cNvPr id="3" name="Title 2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Путь кандидата и работодателя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Content Placeholder 1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sz="1800"/>
              <a:t>IRT 2PL, оценка θ методом EAP, остановка по точности или 12 заданиям</a:t>
            </a:r>
          </a:p>
          <a:p>
            <a:r>
              <a:rPr sz="1800"/>
              <a:t>160 параметрических семейств, 38–54 на специализацию: у каждого кандидата свои числа</a:t>
            </a:r>
          </a:p>
          <a:p>
            <a:r>
              <a:rPr sz="1800"/>
              <a:t>Ключи только на сервере, ограничение экспозиции 0,4, покрытие компетенций</a:t>
            </a:r>
          </a:p>
          <a:p>
            <a:r>
              <a:rPr sz="1800"/>
              <a:t>Практика с кодом в песочнице Piston и уточняющий вопрос (блок C)</a:t>
            </a:r>
          </a:p>
          <a:p>
            <a:r>
              <a:rPr sz="1800"/>
              <a:t>Перцентиль в своей категории; до набора выборки — по модели</a:t>
            </a:r>
          </a:p>
        </p:txBody>
      </p:sp>
      <p:sp>
        <p:nvSpPr>
          <p:cNvPr id="3" name="Title 2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Адаптивный тест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Content Placeholder 1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sz="1800"/>
              <a:t>Ранжирование: подтверждённая категория, покрытие навыков, сила профиля, ФСП, регулярные задания</a:t>
            </a:r>
          </a:p>
          <a:p>
            <a:r>
              <a:rPr sz="1800"/>
              <a:t>Вклад каждого фактора показан работодателю</a:t>
            </a:r>
          </a:p>
          <a:p>
            <a:r>
              <a:rPr sz="1800"/>
              <a:t>Кандидаты на грейд ниже видны с пометкой и штрафом, а не скрыты</a:t>
            </a:r>
          </a:p>
          <a:p>
            <a:r>
              <a:rPr sz="1800"/>
              <a:t>Страница /evaluate: жюри проверяет подбор на своих потребностях и резюме (nDCG, Recall, RR)</a:t>
            </a:r>
          </a:p>
        </p:txBody>
      </p:sp>
      <p:sp>
        <p:nvSpPr>
          <p:cNvPr id="3" name="Title 2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Подбор и объяснения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Content Placeholder 1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sz="1800"/>
              <a:t>Независимый генератор ответов: 3PL со сдвинутыми параметрами</a:t>
            </a:r>
          </a:p>
          <a:p>
            <a:r>
              <a:rPr sz="1800"/>
              <a:t>Точный грейд 59%, взвешенная κ 0,82, r(θ̂, θ) 0,87, test-retest κ 0,73</a:t>
            </a:r>
          </a:p>
          <a:p>
            <a:r>
              <a:rPr sz="1800"/>
              <a:t>Слив всех ключей: завышение θ̂ +0,64 против +2,74 у фиксированного теста</a:t>
            </a:r>
          </a:p>
          <a:p>
            <a:r>
              <a:rPr sz="1800"/>
              <a:t>Подбор: nDCG@10 0,514 против 0,309 у BM25, P@10 0,609 против 0,361</a:t>
            </a:r>
          </a:p>
          <a:p>
            <a:r>
              <a:rPr sz="1800"/>
              <a:t>Всё воспроизводится одной командой: npm run eval</a:t>
            </a:r>
          </a:p>
        </p:txBody>
      </p:sp>
      <p:sp>
        <p:nvSpPr>
          <p:cNvPr id="3" name="Title 2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Валидация (синтетика, n = 2000)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Content Placeholder 1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sz="1800"/>
              <a:t>React + Vite → nginx / Caddy (HTTPS) → NestJS → PostgreSQL (Prisma)</a:t>
            </a:r>
          </a:p>
          <a:p>
            <a:r>
              <a:rPr sz="1800"/>
              <a:t>Keycloak (OIDC, PKCE), Redis + BullMQ worker, Piston для кода, Mailpit</a:t>
            </a:r>
          </a:p>
          <a:p>
            <a:r>
              <a:rPr sz="1800"/>
              <a:t>docker compose up --build: демо-данные, 420 кандидатов, учётки для жюри</a:t>
            </a:r>
          </a:p>
          <a:p>
            <a:r>
              <a:rPr sz="1800"/>
              <a:t>CI: сборка, 94 теста бэкенда, тесты фронта, Playwright, проверка контракта, eval</a:t>
            </a:r>
          </a:p>
          <a:p>
            <a:r>
              <a:rPr sz="1800"/>
              <a:t>152-ФЗ: согласия, выгрузка и удаление данных</a:t>
            </a:r>
          </a:p>
        </p:txBody>
      </p:sp>
      <p:sp>
        <p:nvSpPr>
          <p:cNvPr id="3" name="Title 2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Архитектура и запуск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Content Placeholder 1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sz="1800"/>
              <a:t>Устойчивый банк при ограничении экспозиции: решили параметризацией семейств</a:t>
            </a:r>
          </a:p>
          <a:p>
            <a:r>
              <a:rPr sz="1800"/>
              <a:t>Обрывы сессий из-за покрытия компетенций нашли на валидации и исправили</a:t>
            </a:r>
          </a:p>
          <a:p>
            <a:r>
              <a:rPr sz="1800"/>
              <a:t>Честная оценка: генератор ответов отделён от оценщика</a:t>
            </a:r>
          </a:p>
          <a:p>
            <a:r>
              <a:rPr sz="1800"/>
              <a:t>Приватность: анонимные карточки, контакты только после согласия</a:t>
            </a:r>
          </a:p>
        </p:txBody>
      </p:sp>
      <p:sp>
        <p:nvSpPr>
          <p:cNvPr id="3" name="Title 2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Сложности реализации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Content Placeholder 1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sz="1800"/>
              <a:t>Пилот на реальных кандидатах и эмпирическая калибровка банка</a:t>
            </a:r>
          </a:p>
          <a:p>
            <a:r>
              <a:rPr sz="1800"/>
              <a:t>LLM (GigaChat; DeepSeek с открытыми весами локально) — черновики заданий с экспертной проверкой</a:t>
            </a:r>
          </a:p>
          <a:p>
            <a:r>
              <a:rPr sz="1800"/>
              <a:t>Расширение банка: задания с выбором ответа и практические кейсы</a:t>
            </a:r>
          </a:p>
          <a:p>
            <a:r>
              <a:rPr sz="1800"/>
              <a:t>Интеграция с реестром ФСП и рейтинг работодателей</a:t>
            </a:r>
          </a:p>
        </p:txBody>
      </p:sp>
      <p:sp>
        <p:nvSpPr>
          <p:cNvPr id="3" name="Title 2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Развитие продукта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Content Placeholder 1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sz="1800"/>
              <a:t>Репозиторий: github.com/Egor2809/fsp-scout</a:t>
            </a:r>
          </a:p>
          <a:p>
            <a:r>
              <a:rPr sz="1800"/>
              <a:t>Стенд: [ссылка]</a:t>
            </a:r>
          </a:p>
          <a:p>
            <a:r>
              <a:rPr sz="1800"/>
              <a:t>Видео: [ссылка]</a:t>
            </a:r>
          </a:p>
          <a:p>
            <a:r>
              <a:rPr sz="1800"/>
              <a:t>Демо-учётки: candidate@demo.ru, employer@demo.ru, jury1…5, пароль demo12345</a:t>
            </a:r>
          </a:p>
        </p:txBody>
      </p:sp>
      <p:sp>
        <p:nvSpPr>
          <p:cNvPr id="3" name="Title 2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Демонстрация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Для Академия инноваторов 16_9">
  <a:themeElements>
    <a:clrScheme name="Пользовательские 2">
      <a:dk1>
        <a:srgbClr val="000000"/>
      </a:dk1>
      <a:lt1>
        <a:srgbClr val="FFFFFF"/>
      </a:lt1>
      <a:dk2>
        <a:srgbClr val="1C1D22"/>
      </a:dk2>
      <a:lt2>
        <a:srgbClr val="E5E7E9"/>
      </a:lt2>
      <a:accent1>
        <a:srgbClr val="FF0053"/>
      </a:accent1>
      <a:accent2>
        <a:srgbClr val="FFD6E3"/>
      </a:accent2>
      <a:accent3>
        <a:srgbClr val="FC3777"/>
      </a:accent3>
      <a:accent4>
        <a:srgbClr val="8A83D1"/>
      </a:accent4>
      <a:accent5>
        <a:srgbClr val="520977"/>
      </a:accent5>
      <a:accent6>
        <a:srgbClr val="2D1451"/>
      </a:accent6>
      <a:hlink>
        <a:srgbClr val="FF0053"/>
      </a:hlink>
      <a:folHlink>
        <a:srgbClr val="5D2B84"/>
      </a:folHlink>
    </a:clrScheme>
    <a:fontScheme name="Лидеры цифровой трансформации">
      <a:majorFont>
        <a:latin typeface="Montserrat"/>
        <a:ea typeface=""/>
        <a:cs typeface=""/>
      </a:majorFont>
      <a:minorFont>
        <a:latin typeface="Montserrat"/>
        <a:ea typeface=""/>
        <a:cs typeface=""/>
      </a:minorFont>
    </a:fontScheme>
    <a:fmtScheme name="Стандартная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spDef>
      <a:spPr>
        <a:solidFill>
          <a:schemeClr val="bg1">
            <a:alpha val="0"/>
          </a:schemeClr>
        </a:solidFill>
        <a:ln w="19050">
          <a:solidFill>
            <a:schemeClr val="bg1">
              <a:alpha val="47000"/>
            </a:schemeClr>
          </a:solidFill>
        </a:ln>
      </a:spPr>
      <a:bodyPr rtlCol="0" anchor="t"/>
      <a:lstStyle>
        <a:defPPr algn="ctr">
          <a:defRPr b="1" dirty="0" smtClean="0">
            <a:solidFill>
              <a:schemeClr val="accent2"/>
            </a:solidFill>
          </a:defRPr>
        </a:defPPr>
      </a:lstStyle>
      <a:style>
        <a:lnRef idx="2">
          <a:schemeClr val="accent1">
            <a:shade val="15000"/>
          </a:schemeClr>
        </a:lnRef>
        <a:fillRef idx="1">
          <a:schemeClr val="accent1"/>
        </a:fillRef>
        <a:effectRef idx="0">
          <a:schemeClr val="accent1"/>
        </a:effectRef>
        <a:fontRef idx="minor">
          <a:schemeClr val="lt1"/>
        </a:fontRef>
      </a:style>
    </a:spDef>
  </a:objectDefaults>
  <a:extraClrSchemeLst/>
  <a:extLst>
    <a:ext uri="{05A4C25C-085E-4340-85A3-A5531E510DB2}">
      <thm15:themeFamily xmlns:thm15="http://schemas.microsoft.com/office/thememl/2012/main" name="Для Академия инноваторов 16_9" id="{1723B771-A24B-45DA-B7CE-887A7FB91DED}" vid="{FE7ADCA1-0705-4BF5-AEC5-34FB9D7ACE5C}"/>
    </a:ext>
  </a:extLst>
</a:theme>
</file>

<file path=ppt/theme/theme2.xml><?xml version="1.0" encoding="utf-8"?>
<a:theme xmlns:a="http://schemas.openxmlformats.org/drawingml/2006/main" name="Тема Office">
  <a:themeElements>
    <a:clrScheme name="Стандартная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Стандартная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Стандартная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3.xml><?xml version="1.0" encoding="utf-8"?>
<a:theme xmlns:a="http://schemas.openxmlformats.org/drawingml/2006/main" name="Тема Office">
  <a:themeElements>
    <a:clrScheme name="Стандартная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Стандартная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Стандартная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emplate/>
  <TotalTime>11028</TotalTime>
  <Words>632</Words>
  <Application>Microsoft Macintosh PowerPoint</Application>
  <PresentationFormat>Широкоэкранный</PresentationFormat>
  <Paragraphs>187</Paragraphs>
  <Slides>37</Slides>
  <Notes>3</Notes>
  <HiddenSlides>0</HiddenSlides>
  <MMClips>0</MMClips>
  <ScaleCrop>false</ScaleCrop>
  <HeadingPairs>
    <vt:vector size="6" baseType="variant">
      <vt:variant>
        <vt:lpstr>Использованные шрифты</vt:lpstr>
      </vt:variant>
      <vt:variant>
        <vt:i4>7</vt:i4>
      </vt:variant>
      <vt:variant>
        <vt:lpstr>Тема</vt:lpstr>
      </vt:variant>
      <vt:variant>
        <vt:i4>1</vt:i4>
      </vt:variant>
      <vt:variant>
        <vt:lpstr>Заголовки слайдов</vt:lpstr>
      </vt:variant>
      <vt:variant>
        <vt:i4>37</vt:i4>
      </vt:variant>
    </vt:vector>
  </HeadingPairs>
  <TitlesOfParts>
    <vt:vector size="45" baseType="lpstr">
      <vt:lpstr>Arial</vt:lpstr>
      <vt:lpstr>Calibri</vt:lpstr>
      <vt:lpstr>Lato Light</vt:lpstr>
      <vt:lpstr>Montserrat</vt:lpstr>
      <vt:lpstr>Montserrat Medium</vt:lpstr>
      <vt:lpstr>Poppins Light</vt:lpstr>
      <vt:lpstr>Wingdings</vt:lpstr>
      <vt:lpstr>Для Академия инноваторов 16_9</vt:lpstr>
      <vt:lpstr>Презентация PowerPoint</vt:lpstr>
      <vt:lpstr>ВВОДНЫЕ</vt:lpstr>
      <vt:lpstr>Презентация PowerPoint</vt:lpstr>
      <vt:lpstr>Презентация PowerPoint</vt:lpstr>
      <vt:lpstr>Презентация PowerPoint</vt:lpstr>
      <vt:lpstr>Презентация PowerPoint</vt:lpstr>
      <vt:lpstr>Презентация PowerPoint</vt:lpstr>
      <vt:lpstr>Презентация PowerPoint</vt:lpstr>
      <vt:lpstr>Презентация PowerPoint</vt:lpstr>
      <vt:lpstr>Презентация PowerPoint</vt:lpstr>
      <vt:lpstr>КОРОТКО О РЕШЕНИИ</vt:lpstr>
      <vt:lpstr>Презентация PowerPoint</vt:lpstr>
      <vt:lpstr>Презентация PowerPoint</vt:lpstr>
      <vt:lpstr>Презентация PowerPoint</vt:lpstr>
      <vt:lpstr>Презентация PowerPoint</vt:lpstr>
      <vt:lpstr>Презентация PowerPoint</vt:lpstr>
      <vt:lpstr>Презентация PowerPoint</vt:lpstr>
      <vt:lpstr>Презентация PowerPoint</vt:lpstr>
      <vt:lpstr>Презентация PowerPoint</vt:lpstr>
      <vt:lpstr>Презентация PowerPoint</vt:lpstr>
      <vt:lpstr>Презентация PowerPoint</vt:lpstr>
      <vt:lpstr>Презентация PowerPoint</vt:lpstr>
      <vt:lpstr>Презентация PowerPoint</vt:lpstr>
      <vt:lpstr>Презентация PowerPoint</vt:lpstr>
      <vt:lpstr>Презентация PowerPoint</vt:lpstr>
      <vt:lpstr>Презентация PowerPoint</vt:lpstr>
      <vt:lpstr>Презентация PowerPoint</vt:lpstr>
      <vt:lpstr>Презентация PowerPoint</vt:lpstr>
      <vt:lpstr>Презентация PowerPoint</vt:lpstr>
      <vt:lpstr>Полезные материалы</vt:lpstr>
      <vt:lpstr>Презентация PowerPoint</vt:lpstr>
      <vt:lpstr>Презентация PowerPoint</vt:lpstr>
      <vt:lpstr>Презентация PowerPoint</vt:lpstr>
      <vt:lpstr>Презентация PowerPoint</vt:lpstr>
      <vt:lpstr>Презентация PowerPoint</vt:lpstr>
      <vt:lpstr>Презентация PowerPoint</vt:lpstr>
      <vt:lpstr>Презентация PowerPoint</vt:lpstr>
    </vt:vector>
  </TitlesOfParts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Презентация PowerPoint</dc:title>
  <dc:creator>Анастасия Юшкова</dc:creator>
  <cp:lastModifiedBy>Ирина</cp:lastModifiedBy>
  <cp:revision>97</cp:revision>
  <dcterms:created xsi:type="dcterms:W3CDTF">2023-05-15T07:36:23Z</dcterms:created>
  <dcterms:modified xsi:type="dcterms:W3CDTF">2026-10-02T08:27:06Z</dcterms:modified>
</cp:coreProperties>
</file>