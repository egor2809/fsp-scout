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7" r:id="rId11"/>
    <p:sldId id="368" r:id="rId12"/>
    <p:sldId id="369" r:id="rId13"/>
    <p:sldId id="370" r:id="rId14"/>
    <p:sldId id="371" r:id="rId15"/>
    <p:sldId id="372" r:id="rId16"/>
    <p:sldId id="373" r:id="rId17"/>
    <p:sldId id="362" r:id="rId10"/>
    <p:sldId id="374" r:id="rId18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r>
              <a:t>Скаут: обратный найм по подтверждённым навыкам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r>
              <a:t>Цифровая платформа-агрегатор ИТ-вакансий · [Название команды]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Роль в команде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Ник в мессенджере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Номер телефона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Место работы/учебы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Имя Фамилия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Резюме не доказывает навыки, работодатель сравнивает несопоставимые сигналы</a:t>
            </a:r>
          </a:p>
          <a:p>
            <a:r>
              <a:rPr sz="1800"/>
              <a:t>Скаут: кандидат проходит адаптивный тест и получает подтверждённую категорию «специализация × грейд»</a:t>
            </a:r>
          </a:p>
          <a:p>
            <a:r>
              <a:rPr sz="1800"/>
              <a:t>Работодатель ищет по категориям, видит анонимную карточку с объяснением и приглашает</a:t>
            </a:r>
          </a:p>
          <a:p>
            <a:r>
              <a:rPr sz="1800"/>
              <a:t>Контакты раскрываются только компании, приглашение которой кандидат принял</a:t>
            </a:r>
          </a:p>
          <a:p>
            <a:r>
              <a:rPr sz="1800"/>
              <a:t>Достижения ФСП поднимают кандидата внутри категории, но не дают грейд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 и решение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Кандидат: вход через ФСП ID (Keycloak) → согласия → опрос → тест 8–12 заданий → категория и перцентиль</a:t>
            </a:r>
          </a:p>
          <a:p>
            <a:r>
              <a:rPr sz="1800"/>
              <a:t>Работодатель: потребность → подборка с объяснением → приглашение с вилкой → контакты после согласия</a:t>
            </a:r>
          </a:p>
          <a:p>
            <a:r>
              <a:rPr sz="1800"/>
              <a:t>Регулярные задания от компаний подтверждают навыки и обновляют профиль</a:t>
            </a:r>
          </a:p>
          <a:p>
            <a:r>
              <a:rPr sz="1800"/>
              <a:t>Пересдача через 30 дней, смена грейда — отдельным тестом через 90 дней, провал не сжигает попытку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Путь кандидата и работодателя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IRT 2PL, оценка θ методом EAP, остановка по точности или 12 заданиям</a:t>
            </a:r>
          </a:p>
          <a:p>
            <a:r>
              <a:rPr sz="1800"/>
              <a:t>160 параметрических семейств, 38–54 на специализацию: у каждого кандидата свои числа</a:t>
            </a:r>
          </a:p>
          <a:p>
            <a:r>
              <a:rPr sz="1800"/>
              <a:t>Ключи только на сервере, ограничение экспозиции 0,4, покрытие компетенций</a:t>
            </a:r>
          </a:p>
          <a:p>
            <a:r>
              <a:rPr sz="1800"/>
              <a:t>Практика с кодом в песочнице Piston и уточняющий вопрос (блок C)</a:t>
            </a:r>
          </a:p>
          <a:p>
            <a:r>
              <a:rPr sz="1800"/>
              <a:t>Перцентиль в своей категории; до набора выборки — по модели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Адаптивный тест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Ранжирование: подтверждённая категория, покрытие навыков, сила профиля, ФСП, регулярные задания</a:t>
            </a:r>
          </a:p>
          <a:p>
            <a:r>
              <a:rPr sz="1800"/>
              <a:t>Вклад каждого фактора показан работодателю</a:t>
            </a:r>
          </a:p>
          <a:p>
            <a:r>
              <a:rPr sz="1800"/>
              <a:t>Кандидаты на грейд ниже видны с пометкой и штрафом, а не скрыты</a:t>
            </a:r>
          </a:p>
          <a:p>
            <a:r>
              <a:rPr sz="1800"/>
              <a:t>Страница /evaluate: жюри проверяет подбор на своих потребностях и резюме (nDCG, Recall, RR)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Подбор и объяснения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Независимый генератор ответов: 3PL со сдвинутыми параметрами</a:t>
            </a:r>
          </a:p>
          <a:p>
            <a:r>
              <a:rPr sz="1800"/>
              <a:t>Точный грейд 59%, взвешенная κ 0,82, r(θ̂, θ) 0,87, test-retest κ 0,73</a:t>
            </a:r>
          </a:p>
          <a:p>
            <a:r>
              <a:rPr sz="1800"/>
              <a:t>Слив всех ключей: завышение θ̂ +0,64 против +2,74 у фиксированного теста</a:t>
            </a:r>
          </a:p>
          <a:p>
            <a:r>
              <a:rPr sz="1800"/>
              <a:t>Подбор: nDCG@10 0,514 против 0,309 у BM25, P@10 0,609 против 0,361</a:t>
            </a:r>
          </a:p>
          <a:p>
            <a:r>
              <a:rPr sz="1800"/>
              <a:t>Всё воспроизводится одной командой: npm run eval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Валидация (синтетика, n = 2000)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React + Vite → nginx / Caddy (HTTPS) → NestJS → PostgreSQL (Prisma)</a:t>
            </a:r>
          </a:p>
          <a:p>
            <a:r>
              <a:rPr sz="1800"/>
              <a:t>Keycloak (OIDC, PKCE), Redis + BullMQ worker, Piston для кода, Mailpit</a:t>
            </a:r>
          </a:p>
          <a:p>
            <a:r>
              <a:rPr sz="1800"/>
              <a:t>docker compose up --build: демо-данные, 420 кандидатов, учётки для жюри</a:t>
            </a:r>
          </a:p>
          <a:p>
            <a:r>
              <a:rPr sz="1800"/>
              <a:t>CI: сборка, 94 теста бэкенда, тесты фронта, Playwright, проверка контракта, eval</a:t>
            </a:r>
          </a:p>
          <a:p>
            <a:r>
              <a:rPr sz="1800"/>
              <a:t>152-ФЗ: согласия, выгрузка и удаление данных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и запуск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Устойчивый банк при ограничении экспозиции: решили параметризацией семейств</a:t>
            </a:r>
          </a:p>
          <a:p>
            <a:r>
              <a:rPr sz="1800"/>
              <a:t>Обрывы сессий из-за покрытия компетенций нашли на валидации и исправили</a:t>
            </a:r>
          </a:p>
          <a:p>
            <a:r>
              <a:rPr sz="1800"/>
              <a:t>Честная оценка: генератор ответов отделён от оценщика</a:t>
            </a:r>
          </a:p>
          <a:p>
            <a:r>
              <a:rPr sz="1800"/>
              <a:t>Приватность: анонимные карточки, контакты только после согласия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Сложности реализации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Пилот на реальных кандидатах и эмпирическая калибровка банка</a:t>
            </a:r>
          </a:p>
          <a:p>
            <a:r>
              <a:rPr sz="1800"/>
              <a:t>LLM (GigaChat, резерв YandexGPT) — черновики заданий с экспертной проверкой</a:t>
            </a:r>
          </a:p>
          <a:p>
            <a:r>
              <a:rPr sz="1800"/>
              <a:t>Расширение банка: задания с выбором ответа и практические кейсы</a:t>
            </a:r>
          </a:p>
          <a:p>
            <a:r>
              <a:rPr sz="1800"/>
              <a:t>Интеграция с реестром ФСП и рейтинг работодателей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Развитие продукта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Репозиторий: github.com/Egor2809/fsp-scout</a:t>
            </a:r>
          </a:p>
          <a:p>
            <a:r>
              <a:rPr sz="1800"/>
              <a:t>Стенд: [ссылка]</a:t>
            </a:r>
          </a:p>
          <a:p>
            <a:r>
              <a:rPr sz="1800"/>
              <a:t>Видео: [ссылка]</a:t>
            </a:r>
          </a:p>
          <a:p>
            <a:r>
              <a:rPr sz="1800"/>
              <a:t>Демо-учётки: candidate@demo.ru, employer@demo.ru, jury1…5, пароль demo12345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Демонстрация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